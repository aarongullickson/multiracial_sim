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8" r:id="rId2"/>
  </p:sldIdLst>
  <p:sldSz cx="43891200" cy="329184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1pPr>
    <a:lvl2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2pPr>
    <a:lvl3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3pPr>
    <a:lvl4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4pPr>
    <a:lvl5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5pPr>
    <a:lvl6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6pPr>
    <a:lvl7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7pPr>
    <a:lvl8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8pPr>
    <a:lvl9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1A99847-B26F-78F6-0620-4B0BD25CB4D8}" name="Aaron Gullickson" initials="AG" userId="S::aarong@uoregon.edu::0e520fd8-f7e0-4624-a8f3-28cff7dbea34" providerId="AD"/>
  <p188:author id="{4E17885E-ADE2-3B26-75ED-13C7F222F72F}" name="Aliya Saperstein" initials="AS" userId="S::asaper@stanford.edu::2805231e-74e1-4589-9af0-a485e63d475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/>
      <a:tcStyle>
        <a:tcBdr/>
        <a:fill>
          <a:solidFill>
            <a:srgbClr val="E8EBF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/>
      <a:tcStyle>
        <a:tcBdr/>
        <a:fill>
          <a:solidFill>
            <a:srgbClr val="F0F0F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/>
      <a:tcStyle>
        <a:tcBdr/>
        <a:fill>
          <a:solidFill>
            <a:srgbClr val="EBF1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8955"/>
    <p:restoredTop sz="94651"/>
  </p:normalViewPr>
  <p:slideViewPr>
    <p:cSldViewPr snapToGrid="0">
      <p:cViewPr varScale="1">
        <p:scale>
          <a:sx n="29" d="100"/>
          <a:sy n="29" d="100"/>
        </p:scale>
        <p:origin x="2504" y="3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8/10/relationships/authors" Target="authors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Shape 253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54" name="Shape 254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/>
      </a:defRPr>
    </a:lvl1pPr>
    <a:lvl2pPr indent="228600" latinLnBrk="0">
      <a:defRPr sz="1200">
        <a:latin typeface="+mj-lt"/>
        <a:ea typeface="+mj-ea"/>
        <a:cs typeface="+mj-cs"/>
        <a:sym typeface="Calibri"/>
      </a:defRPr>
    </a:lvl2pPr>
    <a:lvl3pPr indent="457200" latinLnBrk="0">
      <a:defRPr sz="1200">
        <a:latin typeface="+mj-lt"/>
        <a:ea typeface="+mj-ea"/>
        <a:cs typeface="+mj-cs"/>
        <a:sym typeface="Calibri"/>
      </a:defRPr>
    </a:lvl3pPr>
    <a:lvl4pPr indent="685800" latinLnBrk="0">
      <a:defRPr sz="1200">
        <a:latin typeface="+mj-lt"/>
        <a:ea typeface="+mj-ea"/>
        <a:cs typeface="+mj-cs"/>
        <a:sym typeface="Calibri"/>
      </a:defRPr>
    </a:lvl4pPr>
    <a:lvl5pPr indent="914400" latinLnBrk="0">
      <a:defRPr sz="1200">
        <a:latin typeface="+mj-lt"/>
        <a:ea typeface="+mj-ea"/>
        <a:cs typeface="+mj-cs"/>
        <a:sym typeface="Calibri"/>
      </a:defRPr>
    </a:lvl5pPr>
    <a:lvl6pPr indent="1143000" latinLnBrk="0">
      <a:defRPr sz="1200">
        <a:latin typeface="+mj-lt"/>
        <a:ea typeface="+mj-ea"/>
        <a:cs typeface="+mj-cs"/>
        <a:sym typeface="Calibri"/>
      </a:defRPr>
    </a:lvl6pPr>
    <a:lvl7pPr indent="1371600" latinLnBrk="0">
      <a:defRPr sz="1200">
        <a:latin typeface="+mj-lt"/>
        <a:ea typeface="+mj-ea"/>
        <a:cs typeface="+mj-cs"/>
        <a:sym typeface="Calibri"/>
      </a:defRPr>
    </a:lvl7pPr>
    <a:lvl8pPr indent="1600200" latinLnBrk="0">
      <a:defRPr sz="1200">
        <a:latin typeface="+mj-lt"/>
        <a:ea typeface="+mj-ea"/>
        <a:cs typeface="+mj-cs"/>
        <a:sym typeface="Calibri"/>
      </a:defRPr>
    </a:lvl8pPr>
    <a:lvl9pPr indent="18288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>
            <a:spLocks noGrp="1"/>
          </p:cNvSpPr>
          <p:nvPr>
            <p:ph type="title"/>
          </p:nvPr>
        </p:nvSpPr>
        <p:spPr>
          <a:xfrm>
            <a:off x="3291840" y="5387342"/>
            <a:ext cx="37307522" cy="11460482"/>
          </a:xfrm>
          <a:prstGeom prst="rect">
            <a:avLst/>
          </a:prstGeom>
        </p:spPr>
        <p:txBody>
          <a:bodyPr anchor="b"/>
          <a:lstStyle>
            <a:lvl1pPr>
              <a:lnSpc>
                <a:spcPct val="100000"/>
              </a:lnSpc>
              <a:defRPr sz="12400">
                <a:solidFill>
                  <a:srgbClr val="2C365E"/>
                </a:solidFill>
                <a:latin typeface="Source Sans Pro Black"/>
                <a:ea typeface="Source Sans Pro Black"/>
                <a:cs typeface="Source Sans Pro Black"/>
                <a:sym typeface="Source Sans Pro Black"/>
              </a:defRPr>
            </a:lvl1pPr>
          </a:lstStyle>
          <a:p>
            <a:r>
              <a:t>Title Text</a:t>
            </a:r>
          </a:p>
        </p:txBody>
      </p:sp>
      <p:sp>
        <p:nvSpPr>
          <p:cNvPr id="1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5486400" y="17289780"/>
            <a:ext cx="32918400" cy="7947661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10200"/>
            </a:lvl1pPr>
            <a:lvl2pPr marL="0" indent="0" algn="ctr">
              <a:buSzTx/>
              <a:buFontTx/>
              <a:buNone/>
              <a:defRPr sz="10200"/>
            </a:lvl2pPr>
            <a:lvl3pPr marL="0" indent="0" algn="ctr">
              <a:buSzTx/>
              <a:buFontTx/>
              <a:buNone/>
              <a:defRPr sz="10200"/>
            </a:lvl3pPr>
            <a:lvl4pPr marL="0" indent="0" algn="ctr">
              <a:buSzTx/>
              <a:buFontTx/>
              <a:buNone/>
              <a:defRPr sz="10200"/>
            </a:lvl4pPr>
            <a:lvl5pPr marL="0" indent="0" algn="ctr">
              <a:buSzTx/>
              <a:buFontTx/>
              <a:buNone/>
              <a:defRPr sz="10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1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>
            <a:spLocks noGrp="1"/>
          </p:cNvSpPr>
          <p:nvPr>
            <p:ph type="title"/>
          </p:nvPr>
        </p:nvSpPr>
        <p:spPr>
          <a:xfrm>
            <a:off x="2994662" y="8206748"/>
            <a:ext cx="37856159" cy="13693141"/>
          </a:xfrm>
          <a:prstGeom prst="rect">
            <a:avLst/>
          </a:prstGeom>
        </p:spPr>
        <p:txBody>
          <a:bodyPr anchor="b"/>
          <a:lstStyle>
            <a:lvl1pPr>
              <a:defRPr sz="25600"/>
            </a:lvl1pPr>
          </a:lstStyle>
          <a:p>
            <a:r>
              <a:t>Title Text</a:t>
            </a:r>
          </a:p>
        </p:txBody>
      </p:sp>
      <p:sp>
        <p:nvSpPr>
          <p:cNvPr id="30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2994662" y="22029428"/>
            <a:ext cx="37856159" cy="7200901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0200"/>
            </a:lvl1pPr>
            <a:lvl2pPr marL="0" indent="0">
              <a:buSzTx/>
              <a:buFontTx/>
              <a:buNone/>
              <a:defRPr sz="10200"/>
            </a:lvl2pPr>
            <a:lvl3pPr marL="0" indent="0">
              <a:buSzTx/>
              <a:buFontTx/>
              <a:buNone/>
              <a:defRPr sz="10200"/>
            </a:lvl3pPr>
            <a:lvl4pPr marL="0" indent="0">
              <a:buSzTx/>
              <a:buFontTx/>
              <a:buNone/>
              <a:defRPr sz="10200"/>
            </a:lvl4pPr>
            <a:lvl5pPr marL="0" indent="0">
              <a:buSzTx/>
              <a:buFontTx/>
              <a:buNone/>
              <a:defRPr sz="10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9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3017518" y="8763000"/>
            <a:ext cx="18653764" cy="20886422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>
            <a:spLocks noGrp="1"/>
          </p:cNvSpPr>
          <p:nvPr>
            <p:ph type="title"/>
          </p:nvPr>
        </p:nvSpPr>
        <p:spPr>
          <a:xfrm>
            <a:off x="3023236" y="1752606"/>
            <a:ext cx="37856161" cy="6362705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8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3023242" y="8069581"/>
            <a:ext cx="18568033" cy="3954781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sz="10200" b="1"/>
            </a:lvl1pPr>
            <a:lvl2pPr marL="0" indent="0">
              <a:buSzTx/>
              <a:buFontTx/>
              <a:buNone/>
              <a:defRPr sz="10200" b="1"/>
            </a:lvl2pPr>
            <a:lvl3pPr marL="0" indent="0">
              <a:buSzTx/>
              <a:buFontTx/>
              <a:buNone/>
              <a:defRPr sz="10200" b="1"/>
            </a:lvl3pPr>
            <a:lvl4pPr marL="0" indent="0">
              <a:buSzTx/>
              <a:buFontTx/>
              <a:buNone/>
              <a:defRPr sz="10200" b="1"/>
            </a:lvl4pPr>
            <a:lvl5pPr marL="0" indent="0">
              <a:buSzTx/>
              <a:buFontTx/>
              <a:buNone/>
              <a:defRPr sz="10200"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22219922" y="8069581"/>
            <a:ext cx="18659478" cy="3954780"/>
          </a:xfrm>
          <a:prstGeom prst="rect">
            <a:avLst/>
          </a:prstGeom>
        </p:spPr>
        <p:txBody>
          <a:bodyPr anchor="b"/>
          <a:lstStyle/>
          <a:p>
            <a:pPr marL="0" indent="0">
              <a:buSzTx/>
              <a:buFontTx/>
              <a:buNone/>
              <a:defRPr sz="11500" b="1"/>
            </a:pPr>
            <a:endParaRPr/>
          </a:p>
        </p:txBody>
      </p:sp>
      <p:sp>
        <p:nvSpPr>
          <p:cNvPr id="5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>
            <a:spLocks noGrp="1"/>
          </p:cNvSpPr>
          <p:nvPr>
            <p:ph type="title"/>
          </p:nvPr>
        </p:nvSpPr>
        <p:spPr>
          <a:xfrm>
            <a:off x="3023236" y="2194560"/>
            <a:ext cx="14156057" cy="7680960"/>
          </a:xfrm>
          <a:prstGeom prst="rect">
            <a:avLst/>
          </a:prstGeom>
        </p:spPr>
        <p:txBody>
          <a:bodyPr anchor="b"/>
          <a:lstStyle>
            <a:lvl1pPr>
              <a:defRPr sz="13600"/>
            </a:lvl1pPr>
          </a:lstStyle>
          <a:p>
            <a:r>
              <a:t>Title Text</a:t>
            </a:r>
          </a:p>
        </p:txBody>
      </p:sp>
      <p:sp>
        <p:nvSpPr>
          <p:cNvPr id="73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18659475" y="4739647"/>
            <a:ext cx="22219922" cy="23393403"/>
          </a:xfrm>
          <a:prstGeom prst="rect">
            <a:avLst/>
          </a:prstGeom>
        </p:spPr>
        <p:txBody>
          <a:bodyPr/>
          <a:lstStyle>
            <a:lvl1pPr>
              <a:defRPr sz="13600"/>
            </a:lvl1pPr>
            <a:lvl2pPr marL="3064415" indent="-1113670">
              <a:defRPr sz="13600"/>
            </a:lvl2pPr>
            <a:lvl3pPr marL="5199157" indent="-1297668">
              <a:defRPr sz="13600"/>
            </a:lvl3pPr>
            <a:lvl4pPr marL="7406731" indent="-1554498">
              <a:defRPr sz="13600"/>
            </a:lvl4pPr>
            <a:lvl5pPr marL="9357476" indent="-1554498">
              <a:defRPr sz="136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3023236" y="9875519"/>
            <a:ext cx="14156057" cy="18295622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7600"/>
            </a:pPr>
            <a:endParaRPr/>
          </a:p>
        </p:txBody>
      </p:sp>
      <p:sp>
        <p:nvSpPr>
          <p:cNvPr id="7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>
            <a:spLocks noGrp="1"/>
          </p:cNvSpPr>
          <p:nvPr>
            <p:ph type="title"/>
          </p:nvPr>
        </p:nvSpPr>
        <p:spPr>
          <a:xfrm>
            <a:off x="3023236" y="2194560"/>
            <a:ext cx="14156057" cy="7680960"/>
          </a:xfrm>
          <a:prstGeom prst="rect">
            <a:avLst/>
          </a:prstGeom>
        </p:spPr>
        <p:txBody>
          <a:bodyPr anchor="b"/>
          <a:lstStyle>
            <a:lvl1pPr>
              <a:defRPr sz="13600"/>
            </a:lvl1pPr>
          </a:lstStyle>
          <a:p>
            <a:r>
              <a:t>Title Text</a:t>
            </a:r>
          </a:p>
        </p:txBody>
      </p:sp>
      <p:sp>
        <p:nvSpPr>
          <p:cNvPr id="83" name="Picture Placeholder 2"/>
          <p:cNvSpPr>
            <a:spLocks noGrp="1"/>
          </p:cNvSpPr>
          <p:nvPr>
            <p:ph type="pic" sz="half" idx="13"/>
          </p:nvPr>
        </p:nvSpPr>
        <p:spPr>
          <a:xfrm>
            <a:off x="18659475" y="4739647"/>
            <a:ext cx="22219922" cy="2339340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84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3023236" y="9875518"/>
            <a:ext cx="14156057" cy="18295623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6700"/>
            </a:lvl1pPr>
            <a:lvl2pPr marL="0" indent="0">
              <a:buSzTx/>
              <a:buFontTx/>
              <a:buNone/>
              <a:defRPr sz="6700"/>
            </a:lvl2pPr>
            <a:lvl3pPr marL="0" indent="0">
              <a:buSzTx/>
              <a:buFontTx/>
              <a:buNone/>
              <a:defRPr sz="6700"/>
            </a:lvl3pPr>
            <a:lvl4pPr marL="0" indent="0">
              <a:buSzTx/>
              <a:buFontTx/>
              <a:buNone/>
              <a:defRPr sz="6700"/>
            </a:lvl4pPr>
            <a:lvl5pPr marL="0" indent="0">
              <a:buSzTx/>
              <a:buFontTx/>
              <a:buNone/>
              <a:defRPr sz="67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Title Text"/>
          <p:cNvSpPr txBox="1">
            <a:spLocks noGrp="1"/>
          </p:cNvSpPr>
          <p:nvPr>
            <p:ph type="title"/>
          </p:nvPr>
        </p:nvSpPr>
        <p:spPr>
          <a:xfrm>
            <a:off x="3291840" y="5387342"/>
            <a:ext cx="37307522" cy="11460482"/>
          </a:xfrm>
          <a:prstGeom prst="rect">
            <a:avLst/>
          </a:prstGeom>
        </p:spPr>
        <p:txBody>
          <a:bodyPr anchor="b"/>
          <a:lstStyle>
            <a:lvl1pPr>
              <a:lnSpc>
                <a:spcPct val="100000"/>
              </a:lnSpc>
              <a:defRPr sz="12400">
                <a:solidFill>
                  <a:srgbClr val="2C365E"/>
                </a:solidFill>
                <a:latin typeface="Source Sans Pro Black"/>
                <a:ea typeface="Source Sans Pro Black"/>
                <a:cs typeface="Source Sans Pro Black"/>
                <a:sym typeface="Source Sans Pro Black"/>
              </a:defRPr>
            </a:lvl1pPr>
          </a:lstStyle>
          <a:p>
            <a:r>
              <a:t>Title Text</a:t>
            </a:r>
          </a:p>
        </p:txBody>
      </p:sp>
      <p:sp>
        <p:nvSpPr>
          <p:cNvPr id="93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5486400" y="17289780"/>
            <a:ext cx="32918400" cy="7947661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10200"/>
            </a:lvl1pPr>
            <a:lvl2pPr marL="0" indent="0" algn="ctr">
              <a:buSzTx/>
              <a:buFontTx/>
              <a:buNone/>
              <a:defRPr sz="10200"/>
            </a:lvl2pPr>
            <a:lvl3pPr marL="0" indent="0" algn="ctr">
              <a:buSzTx/>
              <a:buFontTx/>
              <a:buNone/>
              <a:defRPr sz="10200"/>
            </a:lvl3pPr>
            <a:lvl4pPr marL="0" indent="0" algn="ctr">
              <a:buSzTx/>
              <a:buFontTx/>
              <a:buNone/>
              <a:defRPr sz="10200"/>
            </a:lvl4pPr>
            <a:lvl5pPr marL="0" indent="0" algn="ctr">
              <a:buSzTx/>
              <a:buFontTx/>
              <a:buNone/>
              <a:defRPr sz="10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02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0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Title Text"/>
          <p:cNvSpPr txBox="1">
            <a:spLocks noGrp="1"/>
          </p:cNvSpPr>
          <p:nvPr>
            <p:ph type="title"/>
          </p:nvPr>
        </p:nvSpPr>
        <p:spPr>
          <a:xfrm>
            <a:off x="2994662" y="8206748"/>
            <a:ext cx="37856159" cy="13693141"/>
          </a:xfrm>
          <a:prstGeom prst="rect">
            <a:avLst/>
          </a:prstGeom>
        </p:spPr>
        <p:txBody>
          <a:bodyPr anchor="b"/>
          <a:lstStyle>
            <a:lvl1pPr>
              <a:defRPr sz="25600"/>
            </a:lvl1pPr>
          </a:lstStyle>
          <a:p>
            <a:r>
              <a:t>Title Text</a:t>
            </a:r>
          </a:p>
        </p:txBody>
      </p:sp>
      <p:sp>
        <p:nvSpPr>
          <p:cNvPr id="111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2994662" y="22029428"/>
            <a:ext cx="37856159" cy="7200901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0200"/>
            </a:lvl1pPr>
            <a:lvl2pPr marL="0" indent="0">
              <a:buSzTx/>
              <a:buFontTx/>
              <a:buNone/>
              <a:defRPr sz="10200"/>
            </a:lvl2pPr>
            <a:lvl3pPr marL="0" indent="0">
              <a:buSzTx/>
              <a:buFontTx/>
              <a:buNone/>
              <a:defRPr sz="10200"/>
            </a:lvl3pPr>
            <a:lvl4pPr marL="0" indent="0">
              <a:buSzTx/>
              <a:buFontTx/>
              <a:buNone/>
              <a:defRPr sz="10200"/>
            </a:lvl4pPr>
            <a:lvl5pPr marL="0" indent="0">
              <a:buSzTx/>
              <a:buFontTx/>
              <a:buNone/>
              <a:defRPr sz="10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1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20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3017518" y="8763000"/>
            <a:ext cx="18653764" cy="20886422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2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Title Text"/>
          <p:cNvSpPr txBox="1">
            <a:spLocks noGrp="1"/>
          </p:cNvSpPr>
          <p:nvPr>
            <p:ph type="title"/>
          </p:nvPr>
        </p:nvSpPr>
        <p:spPr>
          <a:xfrm>
            <a:off x="3023237" y="1752606"/>
            <a:ext cx="37856159" cy="6362705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29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3023242" y="8069581"/>
            <a:ext cx="18568033" cy="3954781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sz="10200" b="1"/>
            </a:lvl1pPr>
            <a:lvl2pPr marL="0" indent="0">
              <a:buSzTx/>
              <a:buFontTx/>
              <a:buNone/>
              <a:defRPr sz="10200" b="1"/>
            </a:lvl2pPr>
            <a:lvl3pPr marL="0" indent="0">
              <a:buSzTx/>
              <a:buFontTx/>
              <a:buNone/>
              <a:defRPr sz="10200" b="1"/>
            </a:lvl3pPr>
            <a:lvl4pPr marL="0" indent="0">
              <a:buSzTx/>
              <a:buFontTx/>
              <a:buNone/>
              <a:defRPr sz="10200" b="1"/>
            </a:lvl4pPr>
            <a:lvl5pPr marL="0" indent="0">
              <a:buSzTx/>
              <a:buFontTx/>
              <a:buNone/>
              <a:defRPr sz="10200"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0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22219922" y="8069581"/>
            <a:ext cx="18659481" cy="3954780"/>
          </a:xfrm>
          <a:prstGeom prst="rect">
            <a:avLst/>
          </a:prstGeom>
        </p:spPr>
        <p:txBody>
          <a:bodyPr anchor="b"/>
          <a:lstStyle/>
          <a:p>
            <a:pPr marL="0" indent="0">
              <a:buSzTx/>
              <a:buFontTx/>
              <a:buNone/>
              <a:defRPr sz="11500" b="1"/>
            </a:pPr>
            <a:endParaRPr/>
          </a:p>
        </p:txBody>
      </p:sp>
      <p:sp>
        <p:nvSpPr>
          <p:cNvPr id="13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3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Title Text"/>
          <p:cNvSpPr txBox="1">
            <a:spLocks noGrp="1"/>
          </p:cNvSpPr>
          <p:nvPr>
            <p:ph type="title"/>
          </p:nvPr>
        </p:nvSpPr>
        <p:spPr>
          <a:xfrm>
            <a:off x="3023236" y="2194560"/>
            <a:ext cx="14156057" cy="7680960"/>
          </a:xfrm>
          <a:prstGeom prst="rect">
            <a:avLst/>
          </a:prstGeom>
        </p:spPr>
        <p:txBody>
          <a:bodyPr anchor="b"/>
          <a:lstStyle>
            <a:lvl1pPr>
              <a:defRPr sz="13600"/>
            </a:lvl1pPr>
          </a:lstStyle>
          <a:p>
            <a:r>
              <a:t>Title Text</a:t>
            </a:r>
          </a:p>
        </p:txBody>
      </p:sp>
      <p:sp>
        <p:nvSpPr>
          <p:cNvPr id="154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18659476" y="4739647"/>
            <a:ext cx="22219922" cy="23393403"/>
          </a:xfrm>
          <a:prstGeom prst="rect">
            <a:avLst/>
          </a:prstGeom>
        </p:spPr>
        <p:txBody>
          <a:bodyPr/>
          <a:lstStyle>
            <a:lvl1pPr>
              <a:defRPr sz="13600"/>
            </a:lvl1pPr>
            <a:lvl2pPr marL="3064415" indent="-1113670">
              <a:defRPr sz="13600"/>
            </a:lvl2pPr>
            <a:lvl3pPr marL="5199157" indent="-1297668">
              <a:defRPr sz="13600"/>
            </a:lvl3pPr>
            <a:lvl4pPr marL="7406731" indent="-1554498">
              <a:defRPr sz="13600"/>
            </a:lvl4pPr>
            <a:lvl5pPr marL="9357476" indent="-1554498">
              <a:defRPr sz="136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55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3023236" y="9875519"/>
            <a:ext cx="14156057" cy="18295622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7600"/>
            </a:pPr>
            <a:endParaRPr/>
          </a:p>
        </p:txBody>
      </p:sp>
      <p:sp>
        <p:nvSpPr>
          <p:cNvPr id="15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Title Text"/>
          <p:cNvSpPr txBox="1">
            <a:spLocks noGrp="1"/>
          </p:cNvSpPr>
          <p:nvPr>
            <p:ph type="title"/>
          </p:nvPr>
        </p:nvSpPr>
        <p:spPr>
          <a:xfrm>
            <a:off x="3023236" y="2194560"/>
            <a:ext cx="14156057" cy="7680960"/>
          </a:xfrm>
          <a:prstGeom prst="rect">
            <a:avLst/>
          </a:prstGeom>
        </p:spPr>
        <p:txBody>
          <a:bodyPr anchor="b"/>
          <a:lstStyle>
            <a:lvl1pPr>
              <a:defRPr sz="13600"/>
            </a:lvl1pPr>
          </a:lstStyle>
          <a:p>
            <a:r>
              <a:t>Title Text</a:t>
            </a:r>
          </a:p>
        </p:txBody>
      </p:sp>
      <p:sp>
        <p:nvSpPr>
          <p:cNvPr id="164" name="Picture Placeholder 2"/>
          <p:cNvSpPr>
            <a:spLocks noGrp="1"/>
          </p:cNvSpPr>
          <p:nvPr>
            <p:ph type="pic" sz="half" idx="13"/>
          </p:nvPr>
        </p:nvSpPr>
        <p:spPr>
          <a:xfrm>
            <a:off x="18659476" y="4739647"/>
            <a:ext cx="22219922" cy="2339340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65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3023236" y="9875518"/>
            <a:ext cx="14156057" cy="18295623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6700"/>
            </a:lvl1pPr>
            <a:lvl2pPr marL="0" indent="0">
              <a:buSzTx/>
              <a:buFontTx/>
              <a:buNone/>
              <a:defRPr sz="6700"/>
            </a:lvl2pPr>
            <a:lvl3pPr marL="0" indent="0">
              <a:buSzTx/>
              <a:buFontTx/>
              <a:buNone/>
              <a:defRPr sz="6700"/>
            </a:lvl3pPr>
            <a:lvl4pPr marL="0" indent="0">
              <a:buSzTx/>
              <a:buFontTx/>
              <a:buNone/>
              <a:defRPr sz="6700"/>
            </a:lvl4pPr>
            <a:lvl5pPr marL="0" indent="0">
              <a:buSzTx/>
              <a:buFontTx/>
              <a:buNone/>
              <a:defRPr sz="67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6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Slide">
    <p:bg>
      <p:bgPr>
        <a:solidFill>
          <a:srgbClr val="00306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Title Text"/>
          <p:cNvSpPr txBox="1">
            <a:spLocks noGrp="1"/>
          </p:cNvSpPr>
          <p:nvPr>
            <p:ph type="title"/>
          </p:nvPr>
        </p:nvSpPr>
        <p:spPr>
          <a:xfrm>
            <a:off x="3291840" y="10226041"/>
            <a:ext cx="37307522" cy="7056122"/>
          </a:xfrm>
          <a:prstGeom prst="rect">
            <a:avLst/>
          </a:prstGeom>
        </p:spPr>
        <p:txBody>
          <a:bodyPr lIns="219456" tIns="219456" rIns="219456" bIns="219456"/>
          <a:lstStyle>
            <a:lvl1pPr>
              <a:lnSpc>
                <a:spcPct val="100000"/>
              </a:lnSpc>
              <a:defRPr sz="10200">
                <a:solidFill>
                  <a:srgbClr val="2C365E"/>
                </a:solidFill>
                <a:latin typeface="Source Sans Pro Black"/>
                <a:ea typeface="Source Sans Pro Black"/>
                <a:cs typeface="Source Sans Pro Black"/>
                <a:sym typeface="Source Sans Pro Black"/>
              </a:defRPr>
            </a:lvl1pPr>
          </a:lstStyle>
          <a:p>
            <a:r>
              <a:t>Title Text</a:t>
            </a:r>
          </a:p>
        </p:txBody>
      </p:sp>
      <p:sp>
        <p:nvSpPr>
          <p:cNvPr id="174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6583680" y="18653760"/>
            <a:ext cx="30723843" cy="8412482"/>
          </a:xfrm>
          <a:prstGeom prst="rect">
            <a:avLst/>
          </a:prstGeom>
        </p:spPr>
        <p:txBody>
          <a:bodyPr lIns="219456" tIns="219456" rIns="219456" bIns="219456"/>
          <a:lstStyle>
            <a:lvl1pPr marL="0" indent="0" algn="ctr">
              <a:lnSpc>
                <a:spcPct val="100000"/>
              </a:lnSpc>
              <a:spcBef>
                <a:spcPts val="3200"/>
              </a:spcBef>
              <a:buSzTx/>
              <a:buFontTx/>
              <a:buNone/>
              <a:defRPr sz="13600">
                <a:solidFill>
                  <a:srgbClr val="888888"/>
                </a:solidFill>
              </a:defRPr>
            </a:lvl1pPr>
            <a:lvl2pPr marL="0" indent="0" algn="ctr">
              <a:lnSpc>
                <a:spcPct val="100000"/>
              </a:lnSpc>
              <a:spcBef>
                <a:spcPts val="3200"/>
              </a:spcBef>
              <a:buSzTx/>
              <a:buFontTx/>
              <a:buNone/>
              <a:defRPr sz="13600">
                <a:solidFill>
                  <a:srgbClr val="888888"/>
                </a:solidFill>
              </a:defRPr>
            </a:lvl2pPr>
            <a:lvl3pPr marL="0" indent="0" algn="ctr">
              <a:lnSpc>
                <a:spcPct val="100000"/>
              </a:lnSpc>
              <a:spcBef>
                <a:spcPts val="3200"/>
              </a:spcBef>
              <a:buSzTx/>
              <a:buFontTx/>
              <a:buNone/>
              <a:defRPr sz="13600">
                <a:solidFill>
                  <a:srgbClr val="888888"/>
                </a:solidFill>
              </a:defRPr>
            </a:lvl3pPr>
            <a:lvl4pPr marL="0" indent="0" algn="ctr">
              <a:lnSpc>
                <a:spcPct val="100000"/>
              </a:lnSpc>
              <a:spcBef>
                <a:spcPts val="3200"/>
              </a:spcBef>
              <a:buSzTx/>
              <a:buFontTx/>
              <a:buNone/>
              <a:defRPr sz="13600">
                <a:solidFill>
                  <a:srgbClr val="888888"/>
                </a:solidFill>
              </a:defRPr>
            </a:lvl4pPr>
            <a:lvl5pPr marL="0" indent="0" algn="ctr">
              <a:lnSpc>
                <a:spcPct val="100000"/>
              </a:lnSpc>
              <a:spcBef>
                <a:spcPts val="3200"/>
              </a:spcBef>
              <a:buSzTx/>
              <a:buFontTx/>
              <a:buNone/>
              <a:defRPr sz="13600">
                <a:solidFill>
                  <a:srgbClr val="888888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7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40588472" y="30767276"/>
            <a:ext cx="1108169" cy="1239013"/>
          </a:xfrm>
          <a:prstGeom prst="rect">
            <a:avLst/>
          </a:prstGeom>
        </p:spPr>
        <p:txBody>
          <a:bodyPr lIns="219456" tIns="219456" rIns="219456" bIns="219456"/>
          <a:lstStyle>
            <a:lvl1pPr>
              <a:defRPr sz="51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bg>
      <p:bgPr>
        <a:solidFill>
          <a:srgbClr val="00306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Title Text"/>
          <p:cNvSpPr txBox="1">
            <a:spLocks noGrp="1"/>
          </p:cNvSpPr>
          <p:nvPr>
            <p:ph type="title"/>
          </p:nvPr>
        </p:nvSpPr>
        <p:spPr>
          <a:xfrm>
            <a:off x="2194560" y="1318261"/>
            <a:ext cx="39502082" cy="5486403"/>
          </a:xfrm>
          <a:prstGeom prst="rect">
            <a:avLst/>
          </a:prstGeom>
        </p:spPr>
        <p:txBody>
          <a:bodyPr lIns="219456" tIns="219456" rIns="219456" bIns="219456"/>
          <a:lstStyle>
            <a:lvl1pPr>
              <a:lnSpc>
                <a:spcPct val="100000"/>
              </a:lnSpc>
              <a:defRPr sz="10200">
                <a:solidFill>
                  <a:srgbClr val="2C365E"/>
                </a:solidFill>
                <a:latin typeface="Source Sans Pro Black"/>
                <a:ea typeface="Source Sans Pro Black"/>
                <a:cs typeface="Source Sans Pro Black"/>
                <a:sym typeface="Source Sans Pro Black"/>
              </a:defRPr>
            </a:lvl1pPr>
          </a:lstStyle>
          <a:p>
            <a:r>
              <a:t>Title Text</a:t>
            </a:r>
          </a:p>
        </p:txBody>
      </p:sp>
      <p:sp>
        <p:nvSpPr>
          <p:cNvPr id="183" name="Body Level One…"/>
          <p:cNvSpPr txBox="1">
            <a:spLocks noGrp="1"/>
          </p:cNvSpPr>
          <p:nvPr>
            <p:ph type="body" idx="1"/>
          </p:nvPr>
        </p:nvSpPr>
        <p:spPr>
          <a:xfrm>
            <a:off x="2194560" y="7680962"/>
            <a:ext cx="39502082" cy="21724624"/>
          </a:xfrm>
          <a:prstGeom prst="rect">
            <a:avLst/>
          </a:prstGeom>
        </p:spPr>
        <p:txBody>
          <a:bodyPr lIns="219456" tIns="219456" rIns="219456" bIns="219456"/>
          <a:lstStyle>
            <a:lvl1pPr marL="1463057" indent="-1463057">
              <a:lnSpc>
                <a:spcPct val="100000"/>
              </a:lnSpc>
              <a:spcBef>
                <a:spcPts val="3200"/>
              </a:spcBef>
              <a:defRPr sz="13600"/>
            </a:lvl1pPr>
            <a:lvl2pPr marL="3351931" indent="-1401186">
              <a:lnSpc>
                <a:spcPct val="100000"/>
              </a:lnSpc>
              <a:spcBef>
                <a:spcPts val="3200"/>
              </a:spcBef>
              <a:buChar char="–"/>
              <a:defRPr sz="13600"/>
            </a:lvl2pPr>
            <a:lvl3pPr marL="5207639" indent="-1306150">
              <a:lnSpc>
                <a:spcPct val="100000"/>
              </a:lnSpc>
              <a:spcBef>
                <a:spcPts val="3200"/>
              </a:spcBef>
              <a:defRPr sz="13600"/>
            </a:lvl3pPr>
            <a:lvl4pPr marL="7416893" indent="-1564659">
              <a:lnSpc>
                <a:spcPct val="100000"/>
              </a:lnSpc>
              <a:spcBef>
                <a:spcPts val="3200"/>
              </a:spcBef>
              <a:buChar char="–"/>
              <a:defRPr sz="13600"/>
            </a:lvl4pPr>
            <a:lvl5pPr marL="9367635" indent="-1564660">
              <a:lnSpc>
                <a:spcPct val="100000"/>
              </a:lnSpc>
              <a:spcBef>
                <a:spcPts val="3200"/>
              </a:spcBef>
              <a:buChar char="»"/>
              <a:defRPr sz="136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8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40588472" y="30767276"/>
            <a:ext cx="1108169" cy="1239013"/>
          </a:xfrm>
          <a:prstGeom prst="rect">
            <a:avLst/>
          </a:prstGeom>
        </p:spPr>
        <p:txBody>
          <a:bodyPr lIns="219456" tIns="219456" rIns="219456" bIns="219456"/>
          <a:lstStyle>
            <a:lvl1pPr>
              <a:defRPr sz="51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 Header">
    <p:bg>
      <p:bgPr>
        <a:solidFill>
          <a:srgbClr val="00306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Title Text"/>
          <p:cNvSpPr txBox="1">
            <a:spLocks noGrp="1"/>
          </p:cNvSpPr>
          <p:nvPr>
            <p:ph type="title"/>
          </p:nvPr>
        </p:nvSpPr>
        <p:spPr>
          <a:xfrm>
            <a:off x="3467101" y="21153121"/>
            <a:ext cx="37307522" cy="6537961"/>
          </a:xfrm>
          <a:prstGeom prst="rect">
            <a:avLst/>
          </a:prstGeom>
        </p:spPr>
        <p:txBody>
          <a:bodyPr lIns="219456" tIns="219456" rIns="219456" bIns="219456" anchor="t"/>
          <a:lstStyle>
            <a:lvl1pPr>
              <a:lnSpc>
                <a:spcPct val="100000"/>
              </a:lnSpc>
              <a:defRPr sz="17000" b="1" cap="all"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r>
              <a:t>Title Text</a:t>
            </a:r>
          </a:p>
        </p:txBody>
      </p:sp>
      <p:sp>
        <p:nvSpPr>
          <p:cNvPr id="19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3467101" y="13952224"/>
            <a:ext cx="37307522" cy="7200900"/>
          </a:xfrm>
          <a:prstGeom prst="rect">
            <a:avLst/>
          </a:prstGeom>
        </p:spPr>
        <p:txBody>
          <a:bodyPr lIns="219456" tIns="219456" rIns="219456" bIns="219456" anchor="b"/>
          <a:lstStyle>
            <a:lvl1pPr marL="0" indent="0">
              <a:lnSpc>
                <a:spcPct val="100000"/>
              </a:lnSpc>
              <a:spcBef>
                <a:spcPts val="2000"/>
              </a:spcBef>
              <a:buSzTx/>
              <a:buFontTx/>
              <a:buNone/>
              <a:defRPr sz="8500">
                <a:solidFill>
                  <a:srgbClr val="888888"/>
                </a:solidFill>
              </a:defRPr>
            </a:lvl1pPr>
            <a:lvl2pPr marL="0" indent="0">
              <a:lnSpc>
                <a:spcPct val="100000"/>
              </a:lnSpc>
              <a:spcBef>
                <a:spcPts val="2000"/>
              </a:spcBef>
              <a:buSzTx/>
              <a:buFontTx/>
              <a:buNone/>
              <a:defRPr sz="8500">
                <a:solidFill>
                  <a:srgbClr val="888888"/>
                </a:solidFill>
              </a:defRPr>
            </a:lvl2pPr>
            <a:lvl3pPr marL="0" indent="0">
              <a:lnSpc>
                <a:spcPct val="100000"/>
              </a:lnSpc>
              <a:spcBef>
                <a:spcPts val="2000"/>
              </a:spcBef>
              <a:buSzTx/>
              <a:buFontTx/>
              <a:buNone/>
              <a:defRPr sz="8500">
                <a:solidFill>
                  <a:srgbClr val="888888"/>
                </a:solidFill>
              </a:defRPr>
            </a:lvl3pPr>
            <a:lvl4pPr marL="0" indent="0">
              <a:lnSpc>
                <a:spcPct val="100000"/>
              </a:lnSpc>
              <a:spcBef>
                <a:spcPts val="2000"/>
              </a:spcBef>
              <a:buSzTx/>
              <a:buFontTx/>
              <a:buNone/>
              <a:defRPr sz="8500">
                <a:solidFill>
                  <a:srgbClr val="888888"/>
                </a:solidFill>
              </a:defRPr>
            </a:lvl4pPr>
            <a:lvl5pPr marL="0" indent="0">
              <a:lnSpc>
                <a:spcPct val="100000"/>
              </a:lnSpc>
              <a:spcBef>
                <a:spcPts val="2000"/>
              </a:spcBef>
              <a:buSzTx/>
              <a:buFontTx/>
              <a:buNone/>
              <a:defRPr sz="8500">
                <a:solidFill>
                  <a:srgbClr val="888888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9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40588472" y="30767276"/>
            <a:ext cx="1108169" cy="1239013"/>
          </a:xfrm>
          <a:prstGeom prst="rect">
            <a:avLst/>
          </a:prstGeom>
        </p:spPr>
        <p:txBody>
          <a:bodyPr lIns="219456" tIns="219456" rIns="219456" bIns="219456"/>
          <a:lstStyle>
            <a:lvl1pPr>
              <a:defRPr sz="51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 Content">
    <p:bg>
      <p:bgPr>
        <a:solidFill>
          <a:srgbClr val="00306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Title Text"/>
          <p:cNvSpPr txBox="1">
            <a:spLocks noGrp="1"/>
          </p:cNvSpPr>
          <p:nvPr>
            <p:ph type="title"/>
          </p:nvPr>
        </p:nvSpPr>
        <p:spPr>
          <a:xfrm>
            <a:off x="2194560" y="1318261"/>
            <a:ext cx="39502082" cy="5486403"/>
          </a:xfrm>
          <a:prstGeom prst="rect">
            <a:avLst/>
          </a:prstGeom>
        </p:spPr>
        <p:txBody>
          <a:bodyPr lIns="219456" tIns="219456" rIns="219456" bIns="219456"/>
          <a:lstStyle>
            <a:lvl1pPr>
              <a:lnSpc>
                <a:spcPct val="100000"/>
              </a:lnSpc>
              <a:defRPr sz="10200">
                <a:solidFill>
                  <a:srgbClr val="2C365E"/>
                </a:solidFill>
                <a:latin typeface="Source Sans Pro Black"/>
                <a:ea typeface="Source Sans Pro Black"/>
                <a:cs typeface="Source Sans Pro Black"/>
                <a:sym typeface="Source Sans Pro Black"/>
              </a:defRPr>
            </a:lvl1pPr>
          </a:lstStyle>
          <a:p>
            <a:r>
              <a:t>Title Text</a:t>
            </a:r>
          </a:p>
        </p:txBody>
      </p:sp>
      <p:sp>
        <p:nvSpPr>
          <p:cNvPr id="201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2194560" y="7680962"/>
            <a:ext cx="19385281" cy="21724624"/>
          </a:xfrm>
          <a:prstGeom prst="rect">
            <a:avLst/>
          </a:prstGeom>
        </p:spPr>
        <p:txBody>
          <a:bodyPr lIns="219456" tIns="219456" rIns="219456" bIns="219456"/>
          <a:lstStyle>
            <a:lvl1pPr marL="1463057" indent="-1463057">
              <a:lnSpc>
                <a:spcPct val="100000"/>
              </a:lnSpc>
              <a:spcBef>
                <a:spcPts val="2800"/>
              </a:spcBef>
            </a:lvl1pPr>
            <a:lvl2pPr marL="3371393" indent="-1420650">
              <a:lnSpc>
                <a:spcPct val="100000"/>
              </a:lnSpc>
              <a:spcBef>
                <a:spcPts val="2800"/>
              </a:spcBef>
              <a:buChar char="–"/>
            </a:lvl2pPr>
            <a:lvl3pPr>
              <a:lnSpc>
                <a:spcPct val="100000"/>
              </a:lnSpc>
              <a:spcBef>
                <a:spcPts val="2800"/>
              </a:spcBef>
            </a:lvl3pPr>
            <a:lvl4pPr>
              <a:lnSpc>
                <a:spcPct val="100000"/>
              </a:lnSpc>
              <a:spcBef>
                <a:spcPts val="2800"/>
              </a:spcBef>
              <a:buChar char="–"/>
            </a:lvl4pPr>
            <a:lvl5pPr>
              <a:lnSpc>
                <a:spcPct val="100000"/>
              </a:lnSpc>
              <a:spcBef>
                <a:spcPts val="2800"/>
              </a:spcBef>
              <a:buChar char="»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0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40588472" y="30767276"/>
            <a:ext cx="1108169" cy="1239013"/>
          </a:xfrm>
          <a:prstGeom prst="rect">
            <a:avLst/>
          </a:prstGeom>
        </p:spPr>
        <p:txBody>
          <a:bodyPr lIns="219456" tIns="219456" rIns="219456" bIns="219456"/>
          <a:lstStyle>
            <a:lvl1pPr>
              <a:defRPr sz="51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ison">
    <p:bg>
      <p:bgPr>
        <a:solidFill>
          <a:srgbClr val="00306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Title Text"/>
          <p:cNvSpPr txBox="1">
            <a:spLocks noGrp="1"/>
          </p:cNvSpPr>
          <p:nvPr>
            <p:ph type="title"/>
          </p:nvPr>
        </p:nvSpPr>
        <p:spPr>
          <a:xfrm>
            <a:off x="2194560" y="1318261"/>
            <a:ext cx="39502082" cy="5486403"/>
          </a:xfrm>
          <a:prstGeom prst="rect">
            <a:avLst/>
          </a:prstGeom>
        </p:spPr>
        <p:txBody>
          <a:bodyPr lIns="219456" tIns="219456" rIns="219456" bIns="219456"/>
          <a:lstStyle>
            <a:lvl1pPr>
              <a:lnSpc>
                <a:spcPct val="100000"/>
              </a:lnSpc>
              <a:defRPr sz="10200">
                <a:solidFill>
                  <a:srgbClr val="2C365E"/>
                </a:solidFill>
                <a:latin typeface="Source Sans Pro Black"/>
                <a:ea typeface="Source Sans Pro Black"/>
                <a:cs typeface="Source Sans Pro Black"/>
                <a:sym typeface="Source Sans Pro Black"/>
              </a:defRPr>
            </a:lvl1pPr>
          </a:lstStyle>
          <a:p>
            <a:r>
              <a:t>Title Text</a:t>
            </a:r>
          </a:p>
        </p:txBody>
      </p:sp>
      <p:sp>
        <p:nvSpPr>
          <p:cNvPr id="210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2194560" y="7368541"/>
            <a:ext cx="19392905" cy="3070860"/>
          </a:xfrm>
          <a:prstGeom prst="rect">
            <a:avLst/>
          </a:prstGeom>
        </p:spPr>
        <p:txBody>
          <a:bodyPr lIns="219456" tIns="219456" rIns="219456" bIns="219456" anchor="b"/>
          <a:lstStyle>
            <a:lvl1pPr marL="0" indent="0">
              <a:lnSpc>
                <a:spcPct val="100000"/>
              </a:lnSpc>
              <a:spcBef>
                <a:spcPts val="2400"/>
              </a:spcBef>
              <a:buSzTx/>
              <a:buFontTx/>
              <a:buNone/>
              <a:defRPr sz="10200" b="1"/>
            </a:lvl1pPr>
            <a:lvl2pPr marL="0" indent="0">
              <a:lnSpc>
                <a:spcPct val="100000"/>
              </a:lnSpc>
              <a:spcBef>
                <a:spcPts val="2400"/>
              </a:spcBef>
              <a:buSzTx/>
              <a:buFontTx/>
              <a:buNone/>
              <a:defRPr sz="10200" b="1"/>
            </a:lvl2pPr>
            <a:lvl3pPr marL="0" indent="0">
              <a:lnSpc>
                <a:spcPct val="100000"/>
              </a:lnSpc>
              <a:spcBef>
                <a:spcPts val="2400"/>
              </a:spcBef>
              <a:buSzTx/>
              <a:buFontTx/>
              <a:buNone/>
              <a:defRPr sz="10200" b="1"/>
            </a:lvl3pPr>
            <a:lvl4pPr marL="0" indent="0">
              <a:lnSpc>
                <a:spcPct val="100000"/>
              </a:lnSpc>
              <a:spcBef>
                <a:spcPts val="2400"/>
              </a:spcBef>
              <a:buSzTx/>
              <a:buFontTx/>
              <a:buNone/>
              <a:defRPr sz="10200" b="1"/>
            </a:lvl4pPr>
            <a:lvl5pPr marL="0" indent="0">
              <a:lnSpc>
                <a:spcPct val="100000"/>
              </a:lnSpc>
              <a:spcBef>
                <a:spcPts val="2400"/>
              </a:spcBef>
              <a:buSzTx/>
              <a:buFontTx/>
              <a:buNone/>
              <a:defRPr sz="10200"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22296121" y="7368541"/>
            <a:ext cx="19400522" cy="3070860"/>
          </a:xfrm>
          <a:prstGeom prst="rect">
            <a:avLst/>
          </a:prstGeom>
        </p:spPr>
        <p:txBody>
          <a:bodyPr lIns="219456" tIns="219456" rIns="219456" bIns="219456" anchor="b"/>
          <a:lstStyle/>
          <a:p>
            <a:pPr marL="0" indent="0">
              <a:lnSpc>
                <a:spcPct val="100000"/>
              </a:lnSpc>
              <a:spcBef>
                <a:spcPts val="2400"/>
              </a:spcBef>
              <a:buSzTx/>
              <a:buFontTx/>
              <a:buNone/>
              <a:defRPr sz="11500" b="1"/>
            </a:pPr>
            <a:endParaRPr/>
          </a:p>
        </p:txBody>
      </p:sp>
      <p:sp>
        <p:nvSpPr>
          <p:cNvPr id="21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40588472" y="30767276"/>
            <a:ext cx="1108169" cy="1239013"/>
          </a:xfrm>
          <a:prstGeom prst="rect">
            <a:avLst/>
          </a:prstGeom>
        </p:spPr>
        <p:txBody>
          <a:bodyPr lIns="219456" tIns="219456" rIns="219456" bIns="219456"/>
          <a:lstStyle>
            <a:lvl1pPr>
              <a:defRPr sz="51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bg>
      <p:bgPr>
        <a:solidFill>
          <a:srgbClr val="00306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Title Text"/>
          <p:cNvSpPr txBox="1">
            <a:spLocks noGrp="1"/>
          </p:cNvSpPr>
          <p:nvPr>
            <p:ph type="title"/>
          </p:nvPr>
        </p:nvSpPr>
        <p:spPr>
          <a:xfrm>
            <a:off x="2194560" y="1318261"/>
            <a:ext cx="39502082" cy="5486403"/>
          </a:xfrm>
          <a:prstGeom prst="rect">
            <a:avLst/>
          </a:prstGeom>
        </p:spPr>
        <p:txBody>
          <a:bodyPr lIns="219456" tIns="219456" rIns="219456" bIns="219456"/>
          <a:lstStyle>
            <a:lvl1pPr>
              <a:lnSpc>
                <a:spcPct val="100000"/>
              </a:lnSpc>
              <a:defRPr sz="10200">
                <a:solidFill>
                  <a:srgbClr val="2C365E"/>
                </a:solidFill>
                <a:latin typeface="Source Sans Pro Black"/>
                <a:ea typeface="Source Sans Pro Black"/>
                <a:cs typeface="Source Sans Pro Black"/>
                <a:sym typeface="Source Sans Pro Black"/>
              </a:defRPr>
            </a:lvl1pPr>
          </a:lstStyle>
          <a:p>
            <a:r>
              <a:t>Title Text</a:t>
            </a:r>
          </a:p>
        </p:txBody>
      </p:sp>
      <p:sp>
        <p:nvSpPr>
          <p:cNvPr id="22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40588472" y="30767276"/>
            <a:ext cx="1108169" cy="1239013"/>
          </a:xfrm>
          <a:prstGeom prst="rect">
            <a:avLst/>
          </a:prstGeom>
        </p:spPr>
        <p:txBody>
          <a:bodyPr lIns="219456" tIns="219456" rIns="219456" bIns="219456"/>
          <a:lstStyle>
            <a:lvl1pPr>
              <a:defRPr sz="51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bg>
      <p:bgPr>
        <a:solidFill>
          <a:srgbClr val="00306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40588472" y="30767276"/>
            <a:ext cx="1108169" cy="1239013"/>
          </a:xfrm>
          <a:prstGeom prst="rect">
            <a:avLst/>
          </a:prstGeom>
        </p:spPr>
        <p:txBody>
          <a:bodyPr lIns="219456" tIns="219456" rIns="219456" bIns="219456"/>
          <a:lstStyle>
            <a:lvl1pPr>
              <a:defRPr sz="51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 with Caption">
    <p:bg>
      <p:bgPr>
        <a:solidFill>
          <a:srgbClr val="00306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Title Text"/>
          <p:cNvSpPr txBox="1">
            <a:spLocks noGrp="1"/>
          </p:cNvSpPr>
          <p:nvPr>
            <p:ph type="title"/>
          </p:nvPr>
        </p:nvSpPr>
        <p:spPr>
          <a:xfrm>
            <a:off x="2194562" y="1310638"/>
            <a:ext cx="14439905" cy="5577844"/>
          </a:xfrm>
          <a:prstGeom prst="rect">
            <a:avLst/>
          </a:prstGeom>
        </p:spPr>
        <p:txBody>
          <a:bodyPr lIns="219456" tIns="219456" rIns="219456" bIns="219456" anchor="b"/>
          <a:lstStyle>
            <a:lvl1pPr>
              <a:lnSpc>
                <a:spcPct val="100000"/>
              </a:lnSpc>
              <a:defRPr sz="8500" b="1"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r>
              <a:t>Title Text</a:t>
            </a:r>
          </a:p>
        </p:txBody>
      </p:sp>
      <p:sp>
        <p:nvSpPr>
          <p:cNvPr id="235" name="Body Level One…"/>
          <p:cNvSpPr txBox="1">
            <a:spLocks noGrp="1"/>
          </p:cNvSpPr>
          <p:nvPr>
            <p:ph type="body" idx="1"/>
          </p:nvPr>
        </p:nvSpPr>
        <p:spPr>
          <a:xfrm>
            <a:off x="17160239" y="1310641"/>
            <a:ext cx="24536402" cy="28094944"/>
          </a:xfrm>
          <a:prstGeom prst="rect">
            <a:avLst/>
          </a:prstGeom>
        </p:spPr>
        <p:txBody>
          <a:bodyPr lIns="219456" tIns="219456" rIns="219456" bIns="219456"/>
          <a:lstStyle>
            <a:lvl1pPr marL="1463057" indent="-1463057">
              <a:lnSpc>
                <a:spcPct val="100000"/>
              </a:lnSpc>
              <a:spcBef>
                <a:spcPts val="3200"/>
              </a:spcBef>
              <a:defRPr sz="13600"/>
            </a:lvl1pPr>
            <a:lvl2pPr marL="3351931" indent="-1401186">
              <a:lnSpc>
                <a:spcPct val="100000"/>
              </a:lnSpc>
              <a:spcBef>
                <a:spcPts val="3200"/>
              </a:spcBef>
              <a:buChar char="–"/>
              <a:defRPr sz="13600"/>
            </a:lvl2pPr>
            <a:lvl3pPr marL="5207639" indent="-1306150">
              <a:lnSpc>
                <a:spcPct val="100000"/>
              </a:lnSpc>
              <a:spcBef>
                <a:spcPts val="3200"/>
              </a:spcBef>
              <a:defRPr sz="13600"/>
            </a:lvl3pPr>
            <a:lvl4pPr marL="7416893" indent="-1564659">
              <a:lnSpc>
                <a:spcPct val="100000"/>
              </a:lnSpc>
              <a:spcBef>
                <a:spcPts val="3200"/>
              </a:spcBef>
              <a:buChar char="–"/>
              <a:defRPr sz="13600"/>
            </a:lvl4pPr>
            <a:lvl5pPr marL="9367635" indent="-1564660">
              <a:lnSpc>
                <a:spcPct val="100000"/>
              </a:lnSpc>
              <a:spcBef>
                <a:spcPts val="3200"/>
              </a:spcBef>
              <a:buChar char="»"/>
              <a:defRPr sz="136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36" name="Text Placeholder 3"/>
          <p:cNvSpPr>
            <a:spLocks noGrp="1"/>
          </p:cNvSpPr>
          <p:nvPr>
            <p:ph type="body" sz="half" idx="13"/>
          </p:nvPr>
        </p:nvSpPr>
        <p:spPr>
          <a:xfrm>
            <a:off x="2194562" y="6888480"/>
            <a:ext cx="14439904" cy="22517106"/>
          </a:xfrm>
          <a:prstGeom prst="rect">
            <a:avLst/>
          </a:prstGeom>
        </p:spPr>
        <p:txBody>
          <a:bodyPr lIns="219456" tIns="219456" rIns="219456" bIns="219456"/>
          <a:lstStyle/>
          <a:p>
            <a:pPr marL="0" indent="0">
              <a:lnSpc>
                <a:spcPct val="100000"/>
              </a:lnSpc>
              <a:spcBef>
                <a:spcPts val="1400"/>
              </a:spcBef>
              <a:buSzTx/>
              <a:buFontTx/>
              <a:buNone/>
              <a:defRPr sz="6700"/>
            </a:pPr>
            <a:endParaRPr/>
          </a:p>
        </p:txBody>
      </p:sp>
      <p:sp>
        <p:nvSpPr>
          <p:cNvPr id="23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40588472" y="30767276"/>
            <a:ext cx="1108169" cy="1239013"/>
          </a:xfrm>
          <a:prstGeom prst="rect">
            <a:avLst/>
          </a:prstGeom>
        </p:spPr>
        <p:txBody>
          <a:bodyPr lIns="219456" tIns="219456" rIns="219456" bIns="219456"/>
          <a:lstStyle>
            <a:lvl1pPr>
              <a:defRPr sz="51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icture with Caption">
    <p:bg>
      <p:bgPr>
        <a:solidFill>
          <a:srgbClr val="00306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Title Text"/>
          <p:cNvSpPr txBox="1">
            <a:spLocks noGrp="1"/>
          </p:cNvSpPr>
          <p:nvPr>
            <p:ph type="title"/>
          </p:nvPr>
        </p:nvSpPr>
        <p:spPr>
          <a:xfrm>
            <a:off x="8602981" y="23042880"/>
            <a:ext cx="26334722" cy="2720344"/>
          </a:xfrm>
          <a:prstGeom prst="rect">
            <a:avLst/>
          </a:prstGeom>
        </p:spPr>
        <p:txBody>
          <a:bodyPr lIns="219456" tIns="219456" rIns="219456" bIns="219456" anchor="b"/>
          <a:lstStyle>
            <a:lvl1pPr>
              <a:lnSpc>
                <a:spcPct val="100000"/>
              </a:lnSpc>
              <a:defRPr sz="8500" b="1"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r>
              <a:t>Title Text</a:t>
            </a:r>
          </a:p>
        </p:txBody>
      </p:sp>
      <p:sp>
        <p:nvSpPr>
          <p:cNvPr id="245" name="Picture Placeholder 2"/>
          <p:cNvSpPr>
            <a:spLocks noGrp="1"/>
          </p:cNvSpPr>
          <p:nvPr>
            <p:ph type="pic" sz="half" idx="13"/>
          </p:nvPr>
        </p:nvSpPr>
        <p:spPr>
          <a:xfrm>
            <a:off x="8602981" y="2941320"/>
            <a:ext cx="26334722" cy="1975104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246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602981" y="25763221"/>
            <a:ext cx="26334722" cy="3863340"/>
          </a:xfrm>
          <a:prstGeom prst="rect">
            <a:avLst/>
          </a:prstGeom>
        </p:spPr>
        <p:txBody>
          <a:bodyPr lIns="219456" tIns="219456" rIns="219456" bIns="219456"/>
          <a:lstStyle>
            <a:lvl1pPr marL="0" indent="0">
              <a:lnSpc>
                <a:spcPct val="100000"/>
              </a:lnSpc>
              <a:spcBef>
                <a:spcPts val="1400"/>
              </a:spcBef>
              <a:buSzTx/>
              <a:buFontTx/>
              <a:buNone/>
              <a:defRPr sz="5900"/>
            </a:lvl1pPr>
            <a:lvl2pPr marL="0" indent="0">
              <a:lnSpc>
                <a:spcPct val="100000"/>
              </a:lnSpc>
              <a:spcBef>
                <a:spcPts val="1400"/>
              </a:spcBef>
              <a:buSzTx/>
              <a:buFontTx/>
              <a:buNone/>
              <a:defRPr sz="5900"/>
            </a:lvl2pPr>
            <a:lvl3pPr marL="0" indent="0">
              <a:lnSpc>
                <a:spcPct val="100000"/>
              </a:lnSpc>
              <a:spcBef>
                <a:spcPts val="1400"/>
              </a:spcBef>
              <a:buSzTx/>
              <a:buFontTx/>
              <a:buNone/>
              <a:defRPr sz="5900"/>
            </a:lvl3pPr>
            <a:lvl4pPr marL="0" indent="0">
              <a:lnSpc>
                <a:spcPct val="100000"/>
              </a:lnSpc>
              <a:spcBef>
                <a:spcPts val="1400"/>
              </a:spcBef>
              <a:buSzTx/>
              <a:buFontTx/>
              <a:buNone/>
              <a:defRPr sz="5900"/>
            </a:lvl4pPr>
            <a:lvl5pPr marL="0" indent="0">
              <a:lnSpc>
                <a:spcPct val="100000"/>
              </a:lnSpc>
              <a:spcBef>
                <a:spcPts val="1400"/>
              </a:spcBef>
              <a:buSzTx/>
              <a:buFontTx/>
              <a:buNone/>
              <a:defRPr sz="59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4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40588472" y="30767276"/>
            <a:ext cx="1108169" cy="1239013"/>
          </a:xfrm>
          <a:prstGeom prst="rect">
            <a:avLst/>
          </a:prstGeom>
        </p:spPr>
        <p:txBody>
          <a:bodyPr lIns="219456" tIns="219456" rIns="219456" bIns="219456"/>
          <a:lstStyle>
            <a:lvl1pPr>
              <a:defRPr sz="51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3017518" y="1752606"/>
            <a:ext cx="37856162" cy="63627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3017518" y="8763000"/>
            <a:ext cx="37856162" cy="208864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40125861" y="30953720"/>
            <a:ext cx="747821" cy="866139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 algn="r">
              <a:defRPr sz="5000">
                <a:solidFill>
                  <a:srgbClr val="888888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</p:sldLayoutIdLst>
  <p:transition spd="med"/>
  <p:txStyles>
    <p:titleStyle>
      <a:lvl1pPr marL="0" marR="0" indent="0" algn="l" defTabSz="3901488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7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l" defTabSz="3901488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7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l" defTabSz="3901488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7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l" defTabSz="3901488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7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l" defTabSz="3901488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7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l" defTabSz="3901488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7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l" defTabSz="3901488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7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l" defTabSz="3901488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7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l" defTabSz="3901488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7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975371" marR="0" indent="-975371" algn="l" defTabSz="3901488" rtl="0" latinLnBrk="0">
        <a:lnSpc>
          <a:spcPct val="90000"/>
        </a:lnSpc>
        <a:spcBef>
          <a:spcPts val="4200"/>
        </a:spcBef>
        <a:spcAft>
          <a:spcPts val="0"/>
        </a:spcAft>
        <a:buClrTx/>
        <a:buSzPct val="100000"/>
        <a:buFont typeface="Arial"/>
        <a:buChar char="•"/>
        <a:tabLst/>
        <a:defRPr sz="119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3087264" marR="0" indent="-1136519" algn="l" defTabSz="3901488" rtl="0" latinLnBrk="0">
        <a:lnSpc>
          <a:spcPct val="90000"/>
        </a:lnSpc>
        <a:spcBef>
          <a:spcPts val="4200"/>
        </a:spcBef>
        <a:spcAft>
          <a:spcPts val="0"/>
        </a:spcAft>
        <a:buClrTx/>
        <a:buSzPct val="100000"/>
        <a:buFont typeface="Arial"/>
        <a:buChar char="•"/>
        <a:tabLst/>
        <a:defRPr sz="119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5262945" marR="0" indent="-1361456" algn="l" defTabSz="3901488" rtl="0" latinLnBrk="0">
        <a:lnSpc>
          <a:spcPct val="90000"/>
        </a:lnSpc>
        <a:spcBef>
          <a:spcPts val="4200"/>
        </a:spcBef>
        <a:spcAft>
          <a:spcPts val="0"/>
        </a:spcAft>
        <a:buClrTx/>
        <a:buSzPct val="100000"/>
        <a:buFont typeface="Arial"/>
        <a:buChar char="•"/>
        <a:tabLst/>
        <a:defRPr sz="119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7371998" marR="0" indent="-1519766" algn="l" defTabSz="3901488" rtl="0" latinLnBrk="0">
        <a:lnSpc>
          <a:spcPct val="90000"/>
        </a:lnSpc>
        <a:spcBef>
          <a:spcPts val="4200"/>
        </a:spcBef>
        <a:spcAft>
          <a:spcPts val="0"/>
        </a:spcAft>
        <a:buClrTx/>
        <a:buSzPct val="100000"/>
        <a:buFont typeface="Arial"/>
        <a:buChar char="•"/>
        <a:tabLst/>
        <a:defRPr sz="119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9322743" marR="0" indent="-1519766" algn="l" defTabSz="3901488" rtl="0" latinLnBrk="0">
        <a:lnSpc>
          <a:spcPct val="90000"/>
        </a:lnSpc>
        <a:spcBef>
          <a:spcPts val="4200"/>
        </a:spcBef>
        <a:spcAft>
          <a:spcPts val="0"/>
        </a:spcAft>
        <a:buClrTx/>
        <a:buSzPct val="100000"/>
        <a:buFont typeface="Arial"/>
        <a:buChar char="•"/>
        <a:tabLst/>
        <a:defRPr sz="119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11273487" marR="0" indent="-1519766" algn="l" defTabSz="3901488" rtl="0" latinLnBrk="0">
        <a:lnSpc>
          <a:spcPct val="90000"/>
        </a:lnSpc>
        <a:spcBef>
          <a:spcPts val="4200"/>
        </a:spcBef>
        <a:spcAft>
          <a:spcPts val="0"/>
        </a:spcAft>
        <a:buClrTx/>
        <a:buSzPct val="100000"/>
        <a:buFont typeface="Arial"/>
        <a:buChar char="•"/>
        <a:tabLst/>
        <a:defRPr sz="119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13224231" marR="0" indent="-1519766" algn="l" defTabSz="3901488" rtl="0" latinLnBrk="0">
        <a:lnSpc>
          <a:spcPct val="90000"/>
        </a:lnSpc>
        <a:spcBef>
          <a:spcPts val="4200"/>
        </a:spcBef>
        <a:spcAft>
          <a:spcPts val="0"/>
        </a:spcAft>
        <a:buClrTx/>
        <a:buSzPct val="100000"/>
        <a:buFont typeface="Arial"/>
        <a:buChar char="•"/>
        <a:tabLst/>
        <a:defRPr sz="119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15174976" marR="0" indent="-1519766" algn="l" defTabSz="3901488" rtl="0" latinLnBrk="0">
        <a:lnSpc>
          <a:spcPct val="90000"/>
        </a:lnSpc>
        <a:spcBef>
          <a:spcPts val="4200"/>
        </a:spcBef>
        <a:spcAft>
          <a:spcPts val="0"/>
        </a:spcAft>
        <a:buClrTx/>
        <a:buSzPct val="100000"/>
        <a:buFont typeface="Arial"/>
        <a:buChar char="•"/>
        <a:tabLst/>
        <a:defRPr sz="119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17125722" marR="0" indent="-1519766" algn="l" defTabSz="3901488" rtl="0" latinLnBrk="0">
        <a:lnSpc>
          <a:spcPct val="90000"/>
        </a:lnSpc>
        <a:spcBef>
          <a:spcPts val="4200"/>
        </a:spcBef>
        <a:spcAft>
          <a:spcPts val="0"/>
        </a:spcAft>
        <a:buClrTx/>
        <a:buSzPct val="100000"/>
        <a:buFont typeface="Arial"/>
        <a:buChar char="•"/>
        <a:tabLst/>
        <a:defRPr sz="119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png"/><Relationship Id="rId18" Type="http://schemas.openxmlformats.org/officeDocument/2006/relationships/image" Target="../media/image17.emf"/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17" Type="http://schemas.openxmlformats.org/officeDocument/2006/relationships/image" Target="../media/image16.emf"/><Relationship Id="rId2" Type="http://schemas.openxmlformats.org/officeDocument/2006/relationships/image" Target="../media/image1.png"/><Relationship Id="rId16" Type="http://schemas.openxmlformats.org/officeDocument/2006/relationships/image" Target="../media/image15.emf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4.emf"/><Relationship Id="rId10" Type="http://schemas.openxmlformats.org/officeDocument/2006/relationships/image" Target="../media/image9.svg"/><Relationship Id="rId19" Type="http://schemas.openxmlformats.org/officeDocument/2006/relationships/image" Target="../media/image18.emf"/><Relationship Id="rId4" Type="http://schemas.openxmlformats.org/officeDocument/2006/relationships/image" Target="../media/image3.svg"/><Relationship Id="rId9" Type="http://schemas.openxmlformats.org/officeDocument/2006/relationships/image" Target="../media/image8.svg"/><Relationship Id="rId14" Type="http://schemas.openxmlformats.org/officeDocument/2006/relationships/image" Target="../media/image13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Title 4"/>
          <p:cNvSpPr txBox="1">
            <a:spLocks noGrp="1"/>
          </p:cNvSpPr>
          <p:nvPr>
            <p:ph type="ctrTitle"/>
          </p:nvPr>
        </p:nvSpPr>
        <p:spPr>
          <a:xfrm>
            <a:off x="1402945" y="1230144"/>
            <a:ext cx="13815644" cy="4502544"/>
          </a:xfrm>
          <a:prstGeom prst="rect">
            <a:avLst/>
          </a:prstGeom>
        </p:spPr>
        <p:txBody>
          <a:bodyPr anchor="t">
            <a:normAutofit/>
          </a:bodyPr>
          <a:lstStyle/>
          <a:p>
            <a:pPr defTabSz="3355280">
              <a:defRPr sz="8500"/>
            </a:pPr>
            <a:r>
              <a:rPr lang="en-US" sz="9600" dirty="0"/>
              <a:t>The Dynamics of Population Mixing: A Simulation Approach</a:t>
            </a:r>
            <a:endParaRPr sz="9600" dirty="0"/>
          </a:p>
        </p:txBody>
      </p:sp>
      <p:sp>
        <p:nvSpPr>
          <p:cNvPr id="310" name="Line"/>
          <p:cNvSpPr/>
          <p:nvPr/>
        </p:nvSpPr>
        <p:spPr>
          <a:xfrm flipV="1">
            <a:off x="1370962" y="5645621"/>
            <a:ext cx="13615126" cy="30275"/>
          </a:xfrm>
          <a:prstGeom prst="line">
            <a:avLst/>
          </a:prstGeom>
          <a:ln w="25400">
            <a:solidFill>
              <a:srgbClr val="2C365E"/>
            </a:solidFill>
            <a:miter lim="400000"/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311" name="Rectangle 15"/>
          <p:cNvSpPr/>
          <p:nvPr/>
        </p:nvSpPr>
        <p:spPr>
          <a:xfrm>
            <a:off x="-27167" y="19768"/>
            <a:ext cx="43918367" cy="560474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 sz="16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  <a:endParaRPr/>
          </a:p>
        </p:txBody>
      </p:sp>
      <p:sp>
        <p:nvSpPr>
          <p:cNvPr id="312" name="Rectangle 15"/>
          <p:cNvSpPr/>
          <p:nvPr/>
        </p:nvSpPr>
        <p:spPr>
          <a:xfrm>
            <a:off x="-27167" y="32358102"/>
            <a:ext cx="43918367" cy="560475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 sz="16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  <a:endParaRPr/>
          </a:p>
        </p:txBody>
      </p:sp>
      <p:sp>
        <p:nvSpPr>
          <p:cNvPr id="313" name="Rectangle 15"/>
          <p:cNvSpPr/>
          <p:nvPr/>
        </p:nvSpPr>
        <p:spPr>
          <a:xfrm rot="16200000">
            <a:off x="-15759150" y="16151788"/>
            <a:ext cx="32078861" cy="561885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 sz="16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  <a:endParaRPr dirty="0"/>
          </a:p>
        </p:txBody>
      </p:sp>
      <p:sp>
        <p:nvSpPr>
          <p:cNvPr id="314" name="Rectangle 15"/>
          <p:cNvSpPr/>
          <p:nvPr/>
        </p:nvSpPr>
        <p:spPr>
          <a:xfrm rot="16200000">
            <a:off x="27341759" y="15955137"/>
            <a:ext cx="32472162" cy="561885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 sz="16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  <a:endParaRPr/>
          </a:p>
        </p:txBody>
      </p:sp>
      <p:sp>
        <p:nvSpPr>
          <p:cNvPr id="315" name="Rectangle 15"/>
          <p:cNvSpPr/>
          <p:nvPr/>
        </p:nvSpPr>
        <p:spPr>
          <a:xfrm rot="16200000">
            <a:off x="-17433" y="16324019"/>
            <a:ext cx="32536859" cy="561885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 sz="16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  <a:endParaRPr/>
          </a:p>
        </p:txBody>
      </p:sp>
      <p:sp>
        <p:nvSpPr>
          <p:cNvPr id="316" name="Rectangle 15"/>
          <p:cNvSpPr/>
          <p:nvPr/>
        </p:nvSpPr>
        <p:spPr>
          <a:xfrm>
            <a:off x="274206" y="9437961"/>
            <a:ext cx="16031917" cy="35708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 sz="16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  <a:endParaRPr/>
          </a:p>
        </p:txBody>
      </p:sp>
      <p:sp>
        <p:nvSpPr>
          <p:cNvPr id="320" name="Title 4"/>
          <p:cNvSpPr txBox="1"/>
          <p:nvPr/>
        </p:nvSpPr>
        <p:spPr>
          <a:xfrm>
            <a:off x="1077415" y="9988955"/>
            <a:ext cx="6331080" cy="58699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0639" tIns="40639" rIns="40639" bIns="40639">
            <a:normAutofit/>
          </a:bodyPr>
          <a:lstStyle/>
          <a:p>
            <a:pPr defTabSz="2935479">
              <a:lnSpc>
                <a:spcPct val="90000"/>
              </a:lnSpc>
              <a:spcBef>
                <a:spcPts val="1200"/>
              </a:spcBef>
              <a:defRPr sz="3168" b="1">
                <a:solidFill>
                  <a:srgbClr val="2C365E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pPr>
            <a:r>
              <a:rPr sz="5400" dirty="0"/>
              <a:t>Highlights</a:t>
            </a:r>
            <a:endParaRPr lang="en-US" sz="5400" dirty="0"/>
          </a:p>
          <a:p>
            <a:pPr marL="335284" indent="-335284" defTabSz="2935479">
              <a:lnSpc>
                <a:spcPct val="90000"/>
              </a:lnSpc>
              <a:spcBef>
                <a:spcPts val="1000"/>
              </a:spcBef>
              <a:buSzPct val="100000"/>
              <a:buChar char="•"/>
              <a:defRPr sz="2178" b="1">
                <a:solidFill>
                  <a:srgbClr val="2C365E"/>
                </a:solidFill>
                <a:latin typeface="Source Sans Pro SemiBold"/>
                <a:ea typeface="Source Sans Pro SemiBold"/>
                <a:cs typeface="Source Sans Pro SemiBold"/>
                <a:sym typeface="Source Sans Pro SemiBold"/>
              </a:defRPr>
            </a:pPr>
            <a:r>
              <a:rPr lang="en-US" sz="2800" dirty="0"/>
              <a:t>Under most realistic scenarios, the growth of a self-identified mixed population is modest.</a:t>
            </a:r>
            <a:endParaRPr lang="en-US" sz="2800" dirty="0">
              <a:latin typeface="SourceSansPro-SemiBold"/>
              <a:ea typeface="SourceSansPro-SemiBold"/>
              <a:cs typeface="SourceSansPro-SemiBold"/>
              <a:sym typeface="SourceSansPro-SemiBold"/>
            </a:endParaRPr>
          </a:p>
          <a:p>
            <a:pPr marL="335284" indent="-335284" defTabSz="2935479">
              <a:lnSpc>
                <a:spcPct val="90000"/>
              </a:lnSpc>
              <a:spcBef>
                <a:spcPts val="1000"/>
              </a:spcBef>
              <a:buSzPct val="100000"/>
              <a:buChar char="•"/>
              <a:defRPr sz="2178" b="1">
                <a:solidFill>
                  <a:srgbClr val="2C365E"/>
                </a:solidFill>
                <a:latin typeface="Source Sans Pro SemiBold"/>
                <a:ea typeface="Source Sans Pro SemiBold"/>
                <a:cs typeface="Source Sans Pro SemiBold"/>
                <a:sym typeface="Source Sans Pro SemiBold"/>
              </a:defRPr>
            </a:pPr>
            <a:r>
              <a:rPr lang="en-US" sz="2800" dirty="0">
                <a:latin typeface="SourceSansPro-SemiBold"/>
                <a:ea typeface="SourceSansPro-SemiBold"/>
                <a:cs typeface="SourceSansPro-SemiBold"/>
                <a:sym typeface="SourceSansPro-SemiBold"/>
              </a:rPr>
              <a:t>Modest growth occurs because mixed ancestry lineages tend to “fold back” into single-race classification.</a:t>
            </a:r>
          </a:p>
          <a:p>
            <a:pPr marL="335284" indent="-335284" defTabSz="2935479">
              <a:lnSpc>
                <a:spcPct val="90000"/>
              </a:lnSpc>
              <a:spcBef>
                <a:spcPts val="1000"/>
              </a:spcBef>
              <a:buSzPct val="100000"/>
              <a:buChar char="•"/>
              <a:defRPr sz="2178" b="1">
                <a:solidFill>
                  <a:srgbClr val="2C365E"/>
                </a:solidFill>
                <a:latin typeface="Source Sans Pro SemiBold"/>
                <a:ea typeface="Source Sans Pro SemiBold"/>
                <a:cs typeface="Source Sans Pro SemiBold"/>
                <a:sym typeface="Source Sans Pro SemiBold"/>
              </a:defRPr>
            </a:pPr>
            <a:r>
              <a:rPr lang="en-US" sz="2800" dirty="0"/>
              <a:t>In cases of unequal group size, higher rates of intergroup partnering can lead to growth in the majority population at the expense of both the mixed and minority populations.</a:t>
            </a:r>
          </a:p>
        </p:txBody>
      </p:sp>
      <p:sp>
        <p:nvSpPr>
          <p:cNvPr id="324" name="Rectangle 15"/>
          <p:cNvSpPr/>
          <p:nvPr/>
        </p:nvSpPr>
        <p:spPr>
          <a:xfrm>
            <a:off x="16040512" y="13609653"/>
            <a:ext cx="27850689" cy="249595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 sz="16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  <a:endParaRPr/>
          </a:p>
        </p:txBody>
      </p:sp>
      <p:sp>
        <p:nvSpPr>
          <p:cNvPr id="330" name="Title 4"/>
          <p:cNvSpPr txBox="1"/>
          <p:nvPr/>
        </p:nvSpPr>
        <p:spPr>
          <a:xfrm>
            <a:off x="16805328" y="763024"/>
            <a:ext cx="16603280" cy="23022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0639" tIns="40639" rIns="40639" bIns="40639">
            <a:noAutofit/>
          </a:bodyPr>
          <a:lstStyle/>
          <a:p>
            <a:pPr defTabSz="2965131">
              <a:defRPr sz="2700" b="1">
                <a:solidFill>
                  <a:srgbClr val="2C365E"/>
                </a:solidFill>
                <a:latin typeface="SourceSansPro-SemiBold"/>
                <a:ea typeface="SourceSansPro-SemiBold"/>
                <a:cs typeface="SourceSansPro-SemiBold"/>
                <a:sym typeface="SourceSansPro-SemiBold"/>
              </a:defRPr>
            </a:pPr>
            <a:r>
              <a:rPr lang="en-US" sz="5400" dirty="0"/>
              <a:t>The share of the population that identifies as mixed is highly dependent on intergroup partnering trends, starting group size, and racial classification regime</a:t>
            </a:r>
            <a:endParaRPr sz="5400" dirty="0"/>
          </a:p>
        </p:txBody>
      </p:sp>
      <p:sp>
        <p:nvSpPr>
          <p:cNvPr id="375" name="Title 4"/>
          <p:cNvSpPr txBox="1"/>
          <p:nvPr/>
        </p:nvSpPr>
        <p:spPr>
          <a:xfrm>
            <a:off x="30289521" y="14981357"/>
            <a:ext cx="12775149" cy="9438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0639" tIns="40639" rIns="40639" bIns="40639">
            <a:spAutoFit/>
          </a:bodyPr>
          <a:lstStyle/>
          <a:p>
            <a:pPr defTabSz="2770057">
              <a:defRPr sz="2800" b="1">
                <a:solidFill>
                  <a:srgbClr val="2C365E"/>
                </a:solidFill>
                <a:latin typeface="SourceSansPro-SemiBold"/>
                <a:ea typeface="SourceSansPro-SemiBold"/>
                <a:cs typeface="SourceSansPro-SemiBold"/>
                <a:sym typeface="SourceSansPro-SemiBold"/>
              </a:defRPr>
            </a:pPr>
            <a:r>
              <a:rPr lang="en-US" dirty="0"/>
              <a:t>Even if barriers to intergroup partnering are eliminated, when starting group size is uneven, mixed and minority populations shares often decline over the long run</a:t>
            </a:r>
            <a:endParaRPr dirty="0"/>
          </a:p>
        </p:txBody>
      </p:sp>
      <p:sp>
        <p:nvSpPr>
          <p:cNvPr id="377" name="Title 4"/>
          <p:cNvSpPr txBox="1"/>
          <p:nvPr/>
        </p:nvSpPr>
        <p:spPr>
          <a:xfrm>
            <a:off x="16815892" y="14749081"/>
            <a:ext cx="12629931" cy="10669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0639" tIns="40639" rIns="40639" bIns="40639">
            <a:spAutoFit/>
          </a:bodyPr>
          <a:lstStyle/>
          <a:p>
            <a:pPr defTabSz="3599077">
              <a:defRPr sz="3200" b="1">
                <a:solidFill>
                  <a:srgbClr val="2C365E"/>
                </a:solidFill>
                <a:latin typeface="SourceSansPro-SemiBold"/>
                <a:ea typeface="SourceSansPro-SemiBold"/>
                <a:cs typeface="SourceSansPro-SemiBold"/>
                <a:sym typeface="SourceSansPro-SemiBold"/>
              </a:defRPr>
            </a:pPr>
            <a:r>
              <a:rPr lang="en-US" dirty="0"/>
              <a:t>The share of the population with mixed ancestry varies primarily by partnering trends and starting group size, rather than classification regime</a:t>
            </a:r>
            <a:endParaRPr dirty="0"/>
          </a:p>
        </p:txBody>
      </p:sp>
      <p:sp>
        <p:nvSpPr>
          <p:cNvPr id="415" name="Rectangle 15"/>
          <p:cNvSpPr/>
          <p:nvPr/>
        </p:nvSpPr>
        <p:spPr>
          <a:xfrm>
            <a:off x="431250" y="24404308"/>
            <a:ext cx="15579907" cy="557493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 sz="16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  <a:endParaRPr/>
          </a:p>
        </p:txBody>
      </p:sp>
      <p:sp>
        <p:nvSpPr>
          <p:cNvPr id="417" name="Rectangle 15"/>
          <p:cNvSpPr/>
          <p:nvPr/>
        </p:nvSpPr>
        <p:spPr>
          <a:xfrm rot="5400000" flipV="1">
            <a:off x="27611015" y="6862644"/>
            <a:ext cx="13688184" cy="153263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 sz="16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  <a:endParaRPr/>
          </a:p>
        </p:txBody>
      </p:sp>
      <p:sp>
        <p:nvSpPr>
          <p:cNvPr id="418" name="Rectangle 15"/>
          <p:cNvSpPr/>
          <p:nvPr/>
        </p:nvSpPr>
        <p:spPr>
          <a:xfrm flipV="1">
            <a:off x="29888262" y="13842266"/>
            <a:ext cx="192087" cy="18760194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 sz="16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  <a:endParaRPr/>
          </a:p>
        </p:txBody>
      </p:sp>
      <p:sp>
        <p:nvSpPr>
          <p:cNvPr id="420" name="Rectangle 15"/>
          <p:cNvSpPr/>
          <p:nvPr/>
        </p:nvSpPr>
        <p:spPr>
          <a:xfrm rot="5400000">
            <a:off x="4461635" y="12827259"/>
            <a:ext cx="7344925" cy="566329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 sz="16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  <a:endParaRPr/>
          </a:p>
        </p:txBody>
      </p:sp>
      <p:sp>
        <p:nvSpPr>
          <p:cNvPr id="421" name="Rectangle 15"/>
          <p:cNvSpPr/>
          <p:nvPr/>
        </p:nvSpPr>
        <p:spPr>
          <a:xfrm>
            <a:off x="553191" y="16222411"/>
            <a:ext cx="15579908" cy="560475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 sz="16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  <a:endParaRPr/>
          </a:p>
        </p:txBody>
      </p:sp>
      <p:sp>
        <p:nvSpPr>
          <p:cNvPr id="10" name="Title 4">
            <a:extLst>
              <a:ext uri="{FF2B5EF4-FFF2-40B4-BE49-F238E27FC236}">
                <a16:creationId xmlns:a16="http://schemas.microsoft.com/office/drawing/2014/main" id="{AD831D79-AC82-D25B-6712-2229157DC84B}"/>
              </a:ext>
            </a:extLst>
          </p:cNvPr>
          <p:cNvSpPr txBox="1"/>
          <p:nvPr/>
        </p:nvSpPr>
        <p:spPr>
          <a:xfrm>
            <a:off x="34757400" y="1529317"/>
            <a:ext cx="8443487" cy="11311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0639" tIns="40639" rIns="40639" bIns="40639">
            <a:normAutofit/>
          </a:bodyPr>
          <a:lstStyle/>
          <a:p>
            <a:pPr defTabSz="2414016">
              <a:defRPr sz="2800" b="1">
                <a:solidFill>
                  <a:srgbClr val="2C365E"/>
                </a:solidFill>
                <a:latin typeface="SourceSansPro-SemiBold"/>
                <a:ea typeface="SourceSansPro-SemiBold"/>
                <a:cs typeface="SourceSansPro-SemiBold"/>
                <a:sym typeface="SourceSansPro-SemiBold"/>
              </a:defRPr>
            </a:pPr>
            <a:r>
              <a:rPr lang="en-US" dirty="0"/>
              <a:t>Intergroup partnering trends include a “progress” and a “plateau” case from an initial very low rate</a:t>
            </a:r>
            <a:endParaRPr dirty="0"/>
          </a:p>
        </p:txBody>
      </p:sp>
      <p:sp>
        <p:nvSpPr>
          <p:cNvPr id="11" name="Title 4">
            <a:extLst>
              <a:ext uri="{FF2B5EF4-FFF2-40B4-BE49-F238E27FC236}">
                <a16:creationId xmlns:a16="http://schemas.microsoft.com/office/drawing/2014/main" id="{453CE0E6-BEF2-0B4C-6018-3CB48ED88AB1}"/>
              </a:ext>
            </a:extLst>
          </p:cNvPr>
          <p:cNvSpPr txBox="1"/>
          <p:nvPr/>
        </p:nvSpPr>
        <p:spPr>
          <a:xfrm>
            <a:off x="34635232" y="7451386"/>
            <a:ext cx="8443487" cy="15479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0639" tIns="40639" rIns="40639" bIns="40639">
            <a:normAutofit fontScale="92500"/>
          </a:bodyPr>
          <a:lstStyle/>
          <a:p>
            <a:pPr defTabSz="2414016">
              <a:defRPr sz="2800" b="1">
                <a:solidFill>
                  <a:srgbClr val="2C365E"/>
                </a:solidFill>
                <a:latin typeface="SourceSansPro-SemiBold"/>
                <a:ea typeface="SourceSansPro-SemiBold"/>
                <a:cs typeface="SourceSansPro-SemiBold"/>
                <a:sym typeface="SourceSansPro-SemiBold"/>
              </a:defRPr>
            </a:pPr>
            <a:r>
              <a:rPr lang="en-US" dirty="0"/>
              <a:t>Classification regimes vary by the height of peak AB classification at 50/50 ancestry and the degree of decline across generations as one ancestry becomes dominant</a:t>
            </a:r>
            <a:endParaRPr dirty="0"/>
          </a:p>
        </p:txBody>
      </p:sp>
      <p:sp>
        <p:nvSpPr>
          <p:cNvPr id="16" name="Title 4">
            <a:extLst>
              <a:ext uri="{FF2B5EF4-FFF2-40B4-BE49-F238E27FC236}">
                <a16:creationId xmlns:a16="http://schemas.microsoft.com/office/drawing/2014/main" id="{A1865B24-86A0-8002-6D91-7C57B8830479}"/>
              </a:ext>
            </a:extLst>
          </p:cNvPr>
          <p:cNvSpPr txBox="1"/>
          <p:nvPr/>
        </p:nvSpPr>
        <p:spPr>
          <a:xfrm>
            <a:off x="16895135" y="23790795"/>
            <a:ext cx="12629931" cy="15593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0639" tIns="40639" rIns="40639" bIns="40639">
            <a:spAutoFit/>
          </a:bodyPr>
          <a:lstStyle/>
          <a:p>
            <a:pPr defTabSz="3599077">
              <a:defRPr sz="3200" b="1">
                <a:solidFill>
                  <a:srgbClr val="2C365E"/>
                </a:solidFill>
                <a:latin typeface="SourceSansPro-SemiBold"/>
                <a:ea typeface="SourceSansPro-SemiBold"/>
                <a:cs typeface="SourceSansPro-SemiBold"/>
                <a:sym typeface="SourceSansPro-SemiBold"/>
              </a:defRPr>
            </a:pPr>
            <a:r>
              <a:rPr lang="en-US" dirty="0"/>
              <a:t>After 200 years, the proportion of mixed ancestry individuals who </a:t>
            </a:r>
            <a:r>
              <a:rPr lang="en-US" i="1" dirty="0"/>
              <a:t>identify</a:t>
            </a:r>
            <a:r>
              <a:rPr lang="en-US" dirty="0"/>
              <a:t> as mixed ranges from less than 10% to about 75%, but in most simulated scenarios is less than half of its theoretical maximum</a:t>
            </a:r>
            <a:endParaRPr dirty="0"/>
          </a:p>
        </p:txBody>
      </p:sp>
      <p:sp>
        <p:nvSpPr>
          <p:cNvPr id="21" name="Title 4">
            <a:extLst>
              <a:ext uri="{FF2B5EF4-FFF2-40B4-BE49-F238E27FC236}">
                <a16:creationId xmlns:a16="http://schemas.microsoft.com/office/drawing/2014/main" id="{6C7FE302-84AA-0FEC-FD12-885632599163}"/>
              </a:ext>
            </a:extLst>
          </p:cNvPr>
          <p:cNvSpPr txBox="1"/>
          <p:nvPr/>
        </p:nvSpPr>
        <p:spPr>
          <a:xfrm>
            <a:off x="16815891" y="13783366"/>
            <a:ext cx="12629932" cy="9130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0639" tIns="40639" rIns="40639" bIns="40639">
            <a:spAutoFit/>
          </a:bodyPr>
          <a:lstStyle/>
          <a:p>
            <a:pPr defTabSz="2965131">
              <a:spcBef>
                <a:spcPts val="1300"/>
              </a:spcBef>
              <a:defRPr sz="3200" b="1">
                <a:solidFill>
                  <a:srgbClr val="2C365E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pPr>
            <a:r>
              <a:rPr lang="en-US" sz="5400" dirty="0"/>
              <a:t>The Role of Classification Regimes</a:t>
            </a:r>
            <a:endParaRPr sz="5400" dirty="0"/>
          </a:p>
        </p:txBody>
      </p:sp>
      <p:sp>
        <p:nvSpPr>
          <p:cNvPr id="22" name="Title 4">
            <a:extLst>
              <a:ext uri="{FF2B5EF4-FFF2-40B4-BE49-F238E27FC236}">
                <a16:creationId xmlns:a16="http://schemas.microsoft.com/office/drawing/2014/main" id="{14980D45-9CBB-67D4-2CA7-6ADAE4960619}"/>
              </a:ext>
            </a:extLst>
          </p:cNvPr>
          <p:cNvSpPr txBox="1"/>
          <p:nvPr/>
        </p:nvSpPr>
        <p:spPr>
          <a:xfrm>
            <a:off x="30362129" y="13842267"/>
            <a:ext cx="12629932" cy="9130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0639" tIns="40639" rIns="40639" bIns="40639">
            <a:spAutoFit/>
          </a:bodyPr>
          <a:lstStyle/>
          <a:p>
            <a:pPr defTabSz="2965131">
              <a:spcBef>
                <a:spcPts val="1300"/>
              </a:spcBef>
              <a:defRPr sz="3200" b="1">
                <a:solidFill>
                  <a:srgbClr val="2C365E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pPr>
            <a:r>
              <a:rPr lang="en-US" sz="5400" dirty="0"/>
              <a:t>The Role of Starting Group Size</a:t>
            </a:r>
            <a:endParaRPr sz="5400" dirty="0"/>
          </a:p>
        </p:txBody>
      </p:sp>
      <p:sp>
        <p:nvSpPr>
          <p:cNvPr id="23" name="Title 4">
            <a:extLst>
              <a:ext uri="{FF2B5EF4-FFF2-40B4-BE49-F238E27FC236}">
                <a16:creationId xmlns:a16="http://schemas.microsoft.com/office/drawing/2014/main" id="{534B70C3-72D9-5541-675D-59C880309613}"/>
              </a:ext>
            </a:extLst>
          </p:cNvPr>
          <p:cNvSpPr txBox="1"/>
          <p:nvPr/>
        </p:nvSpPr>
        <p:spPr>
          <a:xfrm>
            <a:off x="34687656" y="571861"/>
            <a:ext cx="8391063" cy="9130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0639" tIns="40639" rIns="40639" bIns="40639">
            <a:spAutoFit/>
          </a:bodyPr>
          <a:lstStyle/>
          <a:p>
            <a:pPr defTabSz="2965131">
              <a:spcBef>
                <a:spcPts val="1300"/>
              </a:spcBef>
              <a:defRPr sz="3200" b="1">
                <a:solidFill>
                  <a:srgbClr val="2C365E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pPr>
            <a:r>
              <a:rPr lang="en-US" sz="5400" dirty="0"/>
              <a:t>Scenario Parameters</a:t>
            </a:r>
            <a:endParaRPr sz="540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23C80AC7-82BB-BE4C-7AAA-0E5A282BD9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6133" y="5926847"/>
            <a:ext cx="1358900" cy="135890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46B5DA4E-2949-C16E-08C5-50FCDE666A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6132" y="7454858"/>
            <a:ext cx="1384119" cy="1384119"/>
          </a:xfrm>
          <a:prstGeom prst="rect">
            <a:avLst/>
          </a:prstGeom>
        </p:spPr>
      </p:pic>
      <p:sp>
        <p:nvSpPr>
          <p:cNvPr id="57" name="Graphic 7">
            <a:extLst>
              <a:ext uri="{FF2B5EF4-FFF2-40B4-BE49-F238E27FC236}">
                <a16:creationId xmlns:a16="http://schemas.microsoft.com/office/drawing/2014/main" id="{4519801E-DD50-E75B-4B9F-225DF00A64E3}"/>
              </a:ext>
            </a:extLst>
          </p:cNvPr>
          <p:cNvSpPr/>
          <p:nvPr/>
        </p:nvSpPr>
        <p:spPr>
          <a:xfrm>
            <a:off x="1683177" y="30191388"/>
            <a:ext cx="562090" cy="1097619"/>
          </a:xfrm>
          <a:custGeom>
            <a:avLst/>
            <a:gdLst>
              <a:gd name="connsiteX0" fmla="*/ 321256 w 2089376"/>
              <a:gd name="connsiteY0" fmla="*/ 0 h 3614056"/>
              <a:gd name="connsiteX1" fmla="*/ 0 w 2089376"/>
              <a:gd name="connsiteY1" fmla="*/ 321256 h 3614056"/>
              <a:gd name="connsiteX2" fmla="*/ 0 w 2089376"/>
              <a:gd name="connsiteY2" fmla="*/ 3292801 h 3614056"/>
              <a:gd name="connsiteX3" fmla="*/ 321256 w 2089376"/>
              <a:gd name="connsiteY3" fmla="*/ 3614057 h 3614056"/>
              <a:gd name="connsiteX4" fmla="*/ 1815047 w 2089376"/>
              <a:gd name="connsiteY4" fmla="*/ 3614057 h 3614056"/>
              <a:gd name="connsiteX5" fmla="*/ 2136303 w 2089376"/>
              <a:gd name="connsiteY5" fmla="*/ 3292801 h 3614056"/>
              <a:gd name="connsiteX6" fmla="*/ 2136303 w 2089376"/>
              <a:gd name="connsiteY6" fmla="*/ 321256 h 3614056"/>
              <a:gd name="connsiteX7" fmla="*/ 1815047 w 2089376"/>
              <a:gd name="connsiteY7" fmla="*/ 0 h 3614056"/>
              <a:gd name="connsiteX8" fmla="*/ 321256 w 2089376"/>
              <a:gd name="connsiteY8" fmla="*/ 0 h 3614056"/>
              <a:gd name="connsiteX9" fmla="*/ 889115 w 2089376"/>
              <a:gd name="connsiteY9" fmla="*/ 309397 h 3614056"/>
              <a:gd name="connsiteX10" fmla="*/ 1247302 w 2089376"/>
              <a:gd name="connsiteY10" fmla="*/ 309397 h 3614056"/>
              <a:gd name="connsiteX11" fmla="*/ 1289936 w 2089376"/>
              <a:gd name="connsiteY11" fmla="*/ 369650 h 3614056"/>
              <a:gd name="connsiteX12" fmla="*/ 1247302 w 2089376"/>
              <a:gd name="connsiteY12" fmla="*/ 429903 h 3614056"/>
              <a:gd name="connsiteX13" fmla="*/ 889115 w 2089376"/>
              <a:gd name="connsiteY13" fmla="*/ 429903 h 3614056"/>
              <a:gd name="connsiteX14" fmla="*/ 846480 w 2089376"/>
              <a:gd name="connsiteY14" fmla="*/ 369650 h 3614056"/>
              <a:gd name="connsiteX15" fmla="*/ 889115 w 2089376"/>
              <a:gd name="connsiteY15" fmla="*/ 309397 h 3614056"/>
              <a:gd name="connsiteX16" fmla="*/ 176468 w 2089376"/>
              <a:gd name="connsiteY16" fmla="*/ 738905 h 3614056"/>
              <a:gd name="connsiteX17" fmla="*/ 1959892 w 2089376"/>
              <a:gd name="connsiteY17" fmla="*/ 738905 h 3614056"/>
              <a:gd name="connsiteX18" fmla="*/ 1959892 w 2089376"/>
              <a:gd name="connsiteY18" fmla="*/ 2875208 h 3614056"/>
              <a:gd name="connsiteX19" fmla="*/ 176468 w 2089376"/>
              <a:gd name="connsiteY19" fmla="*/ 2875208 h 3614056"/>
              <a:gd name="connsiteX20" fmla="*/ 176468 w 2089376"/>
              <a:gd name="connsiteY20" fmla="*/ 738905 h 3614056"/>
              <a:gd name="connsiteX21" fmla="*/ 1068180 w 2089376"/>
              <a:gd name="connsiteY21" fmla="*/ 3045747 h 3614056"/>
              <a:gd name="connsiteX22" fmla="*/ 1068180 w 2089376"/>
              <a:gd name="connsiteY22" fmla="*/ 3045747 h 3614056"/>
              <a:gd name="connsiteX23" fmla="*/ 1267066 w 2089376"/>
              <a:gd name="connsiteY23" fmla="*/ 3244633 h 3614056"/>
              <a:gd name="connsiteX24" fmla="*/ 1267066 w 2089376"/>
              <a:gd name="connsiteY24" fmla="*/ 3244633 h 3614056"/>
              <a:gd name="connsiteX25" fmla="*/ 1267066 w 2089376"/>
              <a:gd name="connsiteY25" fmla="*/ 3244633 h 3614056"/>
              <a:gd name="connsiteX26" fmla="*/ 1267066 w 2089376"/>
              <a:gd name="connsiteY26" fmla="*/ 3244633 h 3614056"/>
              <a:gd name="connsiteX27" fmla="*/ 1068180 w 2089376"/>
              <a:gd name="connsiteY27" fmla="*/ 3443519 h 3614056"/>
              <a:gd name="connsiteX28" fmla="*/ 1068180 w 2089376"/>
              <a:gd name="connsiteY28" fmla="*/ 3443519 h 3614056"/>
              <a:gd name="connsiteX29" fmla="*/ 1068180 w 2089376"/>
              <a:gd name="connsiteY29" fmla="*/ 3443519 h 3614056"/>
              <a:gd name="connsiteX30" fmla="*/ 1068180 w 2089376"/>
              <a:gd name="connsiteY30" fmla="*/ 3443519 h 3614056"/>
              <a:gd name="connsiteX31" fmla="*/ 869294 w 2089376"/>
              <a:gd name="connsiteY31" fmla="*/ 3244633 h 3614056"/>
              <a:gd name="connsiteX32" fmla="*/ 869294 w 2089376"/>
              <a:gd name="connsiteY32" fmla="*/ 3244633 h 3614056"/>
              <a:gd name="connsiteX33" fmla="*/ 869294 w 2089376"/>
              <a:gd name="connsiteY33" fmla="*/ 3244633 h 3614056"/>
              <a:gd name="connsiteX34" fmla="*/ 869294 w 2089376"/>
              <a:gd name="connsiteY34" fmla="*/ 3244633 h 3614056"/>
              <a:gd name="connsiteX35" fmla="*/ 1068180 w 2089376"/>
              <a:gd name="connsiteY35" fmla="*/ 3045747 h 3614056"/>
              <a:gd name="connsiteX36" fmla="*/ 1068180 w 2089376"/>
              <a:gd name="connsiteY36" fmla="*/ 3045747 h 3614056"/>
              <a:gd name="connsiteX37" fmla="*/ 1068180 w 2089376"/>
              <a:gd name="connsiteY37" fmla="*/ 3045747 h 36140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2089376" h="3614056">
                <a:moveTo>
                  <a:pt x="321256" y="0"/>
                </a:moveTo>
                <a:cubicBezTo>
                  <a:pt x="144562" y="0"/>
                  <a:pt x="0" y="144562"/>
                  <a:pt x="0" y="321256"/>
                </a:cubicBezTo>
                <a:lnTo>
                  <a:pt x="0" y="3292801"/>
                </a:lnTo>
                <a:cubicBezTo>
                  <a:pt x="0" y="3469495"/>
                  <a:pt x="144562" y="3614057"/>
                  <a:pt x="321256" y="3614057"/>
                </a:cubicBezTo>
                <a:lnTo>
                  <a:pt x="1815047" y="3614057"/>
                </a:lnTo>
                <a:cubicBezTo>
                  <a:pt x="1991741" y="3614057"/>
                  <a:pt x="2136303" y="3469495"/>
                  <a:pt x="2136303" y="3292801"/>
                </a:cubicBezTo>
                <a:lnTo>
                  <a:pt x="2136303" y="321256"/>
                </a:lnTo>
                <a:cubicBezTo>
                  <a:pt x="2136303" y="144562"/>
                  <a:pt x="1991741" y="0"/>
                  <a:pt x="1815047" y="0"/>
                </a:cubicBezTo>
                <a:lnTo>
                  <a:pt x="321256" y="0"/>
                </a:lnTo>
                <a:close/>
                <a:moveTo>
                  <a:pt x="889115" y="309397"/>
                </a:moveTo>
                <a:lnTo>
                  <a:pt x="1247302" y="309397"/>
                </a:lnTo>
                <a:cubicBezTo>
                  <a:pt x="1270849" y="309397"/>
                  <a:pt x="1289936" y="336390"/>
                  <a:pt x="1289936" y="369650"/>
                </a:cubicBezTo>
                <a:cubicBezTo>
                  <a:pt x="1289936" y="402911"/>
                  <a:pt x="1270849" y="429903"/>
                  <a:pt x="1247302" y="429903"/>
                </a:cubicBezTo>
                <a:lnTo>
                  <a:pt x="889115" y="429903"/>
                </a:lnTo>
                <a:cubicBezTo>
                  <a:pt x="865567" y="429903"/>
                  <a:pt x="846480" y="402911"/>
                  <a:pt x="846480" y="369650"/>
                </a:cubicBezTo>
                <a:cubicBezTo>
                  <a:pt x="846480" y="336390"/>
                  <a:pt x="865567" y="309397"/>
                  <a:pt x="889115" y="309397"/>
                </a:cubicBezTo>
                <a:close/>
                <a:moveTo>
                  <a:pt x="176468" y="738905"/>
                </a:moveTo>
                <a:lnTo>
                  <a:pt x="1959892" y="738905"/>
                </a:lnTo>
                <a:lnTo>
                  <a:pt x="1959892" y="2875208"/>
                </a:lnTo>
                <a:lnTo>
                  <a:pt x="176468" y="2875208"/>
                </a:lnTo>
                <a:lnTo>
                  <a:pt x="176468" y="738905"/>
                </a:lnTo>
                <a:close/>
                <a:moveTo>
                  <a:pt x="1068180" y="3045747"/>
                </a:moveTo>
                <a:cubicBezTo>
                  <a:pt x="1068180" y="3045747"/>
                  <a:pt x="1068180" y="3045747"/>
                  <a:pt x="1068180" y="3045747"/>
                </a:cubicBezTo>
                <a:cubicBezTo>
                  <a:pt x="1178013" y="3045747"/>
                  <a:pt x="1267066" y="3134799"/>
                  <a:pt x="1267066" y="3244633"/>
                </a:cubicBezTo>
                <a:cubicBezTo>
                  <a:pt x="1267066" y="3244633"/>
                  <a:pt x="1267066" y="3244633"/>
                  <a:pt x="1267066" y="3244633"/>
                </a:cubicBezTo>
                <a:lnTo>
                  <a:pt x="1267066" y="3244633"/>
                </a:lnTo>
                <a:cubicBezTo>
                  <a:pt x="1267066" y="3244633"/>
                  <a:pt x="1267066" y="3244633"/>
                  <a:pt x="1267066" y="3244633"/>
                </a:cubicBezTo>
                <a:cubicBezTo>
                  <a:pt x="1267066" y="3354466"/>
                  <a:pt x="1178013" y="3443519"/>
                  <a:pt x="1068180" y="3443519"/>
                </a:cubicBezTo>
                <a:cubicBezTo>
                  <a:pt x="1068180" y="3443519"/>
                  <a:pt x="1068180" y="3443519"/>
                  <a:pt x="1068180" y="3443519"/>
                </a:cubicBezTo>
                <a:lnTo>
                  <a:pt x="1068180" y="3443519"/>
                </a:lnTo>
                <a:cubicBezTo>
                  <a:pt x="1068180" y="3443519"/>
                  <a:pt x="1068180" y="3443519"/>
                  <a:pt x="1068180" y="3443519"/>
                </a:cubicBezTo>
                <a:cubicBezTo>
                  <a:pt x="958346" y="3443519"/>
                  <a:pt x="869294" y="3354466"/>
                  <a:pt x="869294" y="3244633"/>
                </a:cubicBezTo>
                <a:cubicBezTo>
                  <a:pt x="869294" y="3244633"/>
                  <a:pt x="869294" y="3244633"/>
                  <a:pt x="869294" y="3244633"/>
                </a:cubicBezTo>
                <a:lnTo>
                  <a:pt x="869294" y="3244633"/>
                </a:lnTo>
                <a:cubicBezTo>
                  <a:pt x="869294" y="3244633"/>
                  <a:pt x="869294" y="3244633"/>
                  <a:pt x="869294" y="3244633"/>
                </a:cubicBezTo>
                <a:cubicBezTo>
                  <a:pt x="869294" y="3134799"/>
                  <a:pt x="958346" y="3045747"/>
                  <a:pt x="1068180" y="3045747"/>
                </a:cubicBezTo>
                <a:cubicBezTo>
                  <a:pt x="1068180" y="3045747"/>
                  <a:pt x="1068180" y="3045747"/>
                  <a:pt x="1068180" y="3045747"/>
                </a:cubicBezTo>
                <a:lnTo>
                  <a:pt x="1068180" y="3045747"/>
                </a:lnTo>
                <a:close/>
              </a:path>
            </a:pathLst>
          </a:custGeom>
          <a:solidFill>
            <a:schemeClr val="tx1"/>
          </a:solidFill>
          <a:ln w="5640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56" name="Title 4">
            <a:extLst>
              <a:ext uri="{FF2B5EF4-FFF2-40B4-BE49-F238E27FC236}">
                <a16:creationId xmlns:a16="http://schemas.microsoft.com/office/drawing/2014/main" id="{DA412624-F341-CE98-1589-F6FBF1D3EEB3}"/>
              </a:ext>
            </a:extLst>
          </p:cNvPr>
          <p:cNvSpPr txBox="1"/>
          <p:nvPr/>
        </p:nvSpPr>
        <p:spPr>
          <a:xfrm>
            <a:off x="2569582" y="29879445"/>
            <a:ext cx="3733910" cy="14041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0639" tIns="40639" rIns="40639" bIns="40639">
            <a:noAutofit/>
          </a:bodyPr>
          <a:lstStyle/>
          <a:p>
            <a:pPr defTabSz="2965131">
              <a:defRPr sz="2700" b="1">
                <a:solidFill>
                  <a:srgbClr val="2C365E"/>
                </a:solidFill>
                <a:latin typeface="SourceSansPro-SemiBold"/>
                <a:ea typeface="SourceSansPro-SemiBold"/>
                <a:cs typeface="SourceSansPro-SemiBold"/>
                <a:sym typeface="SourceSansPro-SemiBold"/>
              </a:defRPr>
            </a:pPr>
            <a:r>
              <a:rPr lang="en-US" sz="4400" dirty="0"/>
              <a:t>Take a picture to download the full paper</a:t>
            </a:r>
            <a:endParaRPr sz="4400" dirty="0"/>
          </a:p>
        </p:txBody>
      </p:sp>
      <p:sp>
        <p:nvSpPr>
          <p:cNvPr id="262" name="TextBox 261">
            <a:extLst>
              <a:ext uri="{FF2B5EF4-FFF2-40B4-BE49-F238E27FC236}">
                <a16:creationId xmlns:a16="http://schemas.microsoft.com/office/drawing/2014/main" id="{743A2061-3F60-1893-1FF5-DB292DCDF8A1}"/>
              </a:ext>
            </a:extLst>
          </p:cNvPr>
          <p:cNvSpPr txBox="1"/>
          <p:nvPr/>
        </p:nvSpPr>
        <p:spPr>
          <a:xfrm>
            <a:off x="2997935" y="5908972"/>
            <a:ext cx="6973390" cy="136960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500" b="1" dirty="0">
                <a:solidFill>
                  <a:schemeClr val="accent1">
                    <a:lumMod val="50000"/>
                  </a:schemeClr>
                </a:solidFill>
                <a:latin typeface="Source Sans Pro" panose="020B0503030403020204" pitchFamily="34" charset="0"/>
              </a:rPr>
              <a:t>Aaron Gullickson</a:t>
            </a: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spc="0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Source Sans Pro" panose="020B0503030403020204" pitchFamily="34" charset="0"/>
                <a:sym typeface="Helvetica"/>
              </a:rPr>
              <a:t>Department of Sociology, Univer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Source Sans Pro" panose="020B0503030403020204" pitchFamily="34" charset="0"/>
              </a:rPr>
              <a:t>sity of Oregon</a:t>
            </a: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spc="0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Source Sans Pro" panose="020B0503030403020204" pitchFamily="34" charset="0"/>
                <a:sym typeface="Helvetica"/>
              </a:rPr>
              <a:t>aarong@uoregon.edu</a:t>
            </a:r>
            <a:endParaRPr kumimoji="0" lang="en-US" sz="2400" b="0" i="0" u="none" strike="noStrike" cap="none" spc="0" normalizeH="0" baseline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FillTx/>
              <a:latin typeface="Source Sans Pro" panose="020B0503030403020204" pitchFamily="34" charset="0"/>
              <a:sym typeface="Helvetica"/>
            </a:endParaRPr>
          </a:p>
        </p:txBody>
      </p:sp>
      <p:sp>
        <p:nvSpPr>
          <p:cNvPr id="263" name="TextBox 262">
            <a:extLst>
              <a:ext uri="{FF2B5EF4-FFF2-40B4-BE49-F238E27FC236}">
                <a16:creationId xmlns:a16="http://schemas.microsoft.com/office/drawing/2014/main" id="{31961C17-CDB8-C391-BC98-A3482376A76D}"/>
              </a:ext>
            </a:extLst>
          </p:cNvPr>
          <p:cNvSpPr txBox="1"/>
          <p:nvPr/>
        </p:nvSpPr>
        <p:spPr>
          <a:xfrm>
            <a:off x="2997935" y="7345027"/>
            <a:ext cx="6973390" cy="136960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500" b="1" dirty="0">
                <a:solidFill>
                  <a:schemeClr val="accent1">
                    <a:lumMod val="50000"/>
                  </a:schemeClr>
                </a:solidFill>
                <a:latin typeface="Source Sans Pro" panose="020B0503030403020204" pitchFamily="34" charset="0"/>
              </a:rPr>
              <a:t>Aliya Saperstein</a:t>
            </a: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spc="0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Source Sans Pro" panose="020B0503030403020204" pitchFamily="34" charset="0"/>
                <a:sym typeface="Helvetica"/>
              </a:rPr>
              <a:t>Department of Sociology, Stanford University</a:t>
            </a:r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  <a:latin typeface="Source Sans Pro" panose="020B0503030403020204" pitchFamily="34" charset="0"/>
            </a:endParaRP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spc="0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Source Sans Pro" panose="020B0503030403020204" pitchFamily="34" charset="0"/>
                <a:sym typeface="Helvetica"/>
              </a:rPr>
              <a:t>asaper@stanford.edu</a:t>
            </a:r>
            <a:endParaRPr kumimoji="0" lang="en-US" sz="2400" b="0" i="0" u="none" strike="noStrike" cap="none" spc="0" normalizeH="0" baseline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FillTx/>
              <a:latin typeface="Source Sans Pro" panose="020B0503030403020204" pitchFamily="34" charset="0"/>
              <a:sym typeface="Helvetica"/>
            </a:endParaRPr>
          </a:p>
        </p:txBody>
      </p:sp>
      <p:sp>
        <p:nvSpPr>
          <p:cNvPr id="264" name="TextBox 263">
            <a:extLst>
              <a:ext uri="{FF2B5EF4-FFF2-40B4-BE49-F238E27FC236}">
                <a16:creationId xmlns:a16="http://schemas.microsoft.com/office/drawing/2014/main" id="{D6D65F2B-079B-8F87-6521-15206DA7274F}"/>
              </a:ext>
            </a:extLst>
          </p:cNvPr>
          <p:cNvSpPr txBox="1"/>
          <p:nvPr/>
        </p:nvSpPr>
        <p:spPr>
          <a:xfrm>
            <a:off x="833273" y="16920714"/>
            <a:ext cx="6761133" cy="911018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1" i="0" u="none" strike="noStrike" cap="none" spc="0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Source Sans Pro" panose="020B0503030403020204" pitchFamily="34" charset="0"/>
                <a:sym typeface="Helvetica"/>
              </a:rPr>
              <a:t>Methods</a:t>
            </a: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dirty="0">
              <a:solidFill>
                <a:schemeClr val="accent1">
                  <a:lumMod val="50000"/>
                </a:schemeClr>
              </a:solidFill>
              <a:latin typeface="Source Sans Pro" panose="020B0503030403020204" pitchFamily="34" charset="0"/>
            </a:endParaRPr>
          </a:p>
          <a:p>
            <a:pPr marL="285750" marR="0" indent="-28575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3100" dirty="0">
                <a:solidFill>
                  <a:schemeClr val="accent1">
                    <a:lumMod val="50000"/>
                  </a:schemeClr>
                </a:solidFill>
                <a:latin typeface="Source Sans Pro" panose="020B0503030403020204" pitchFamily="34" charset="0"/>
              </a:rPr>
              <a:t>We use SOCSIM to micro-simulate population mixing over 200 years with an initial two group (A &amp; B) population.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100" dirty="0">
                <a:solidFill>
                  <a:schemeClr val="accent1">
                    <a:lumMod val="50000"/>
                  </a:schemeClr>
                </a:solidFill>
                <a:latin typeface="Source Sans Pro" panose="020B0503030403020204" pitchFamily="34" charset="0"/>
              </a:rPr>
              <a:t>Each simulation varies by initial relative group size, maximum intergroup partnering level, and norms for AB classification.</a:t>
            </a:r>
          </a:p>
          <a:p>
            <a:pPr marL="285750" marR="0" indent="-28575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3100" dirty="0">
                <a:solidFill>
                  <a:schemeClr val="accent1">
                    <a:lumMod val="50000"/>
                  </a:schemeClr>
                </a:solidFill>
                <a:latin typeface="Source Sans Pro" panose="020B0503030403020204" pitchFamily="34" charset="0"/>
              </a:rPr>
              <a:t>Intergroup partnering is allowed at increasing rates over time.</a:t>
            </a:r>
          </a:p>
          <a:p>
            <a:pPr marL="285750" marR="0" indent="-28575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3100" dirty="0">
                <a:solidFill>
                  <a:schemeClr val="accent1">
                    <a:lumMod val="50000"/>
                  </a:schemeClr>
                </a:solidFill>
                <a:latin typeface="Source Sans Pro" panose="020B0503030403020204" pitchFamily="34" charset="0"/>
              </a:rPr>
              <a:t>Children of mixed unions are assigned an A, B, or AB identity based on their share of group A ancestry.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endParaRPr lang="en-US" sz="3100" dirty="0">
              <a:solidFill>
                <a:schemeClr val="accent1">
                  <a:lumMod val="50000"/>
                </a:schemeClr>
              </a:solidFill>
              <a:latin typeface="Source Sans Pro" panose="020B0503030403020204" pitchFamily="34" charset="0"/>
            </a:endParaRPr>
          </a:p>
          <a:p>
            <a:pPr marL="285750" lvl="1" indent="-285750">
              <a:buFont typeface="Arial" panose="020B0604020202020204" pitchFamily="34" charset="0"/>
              <a:buChar char="•"/>
            </a:pPr>
            <a:endParaRPr lang="en-US" sz="3100" dirty="0">
              <a:solidFill>
                <a:schemeClr val="accent1">
                  <a:lumMod val="50000"/>
                </a:schemeClr>
              </a:solidFill>
              <a:latin typeface="Source Sans Pro" panose="020B0503030403020204" pitchFamily="34" charset="0"/>
            </a:endParaRPr>
          </a:p>
          <a:p>
            <a:pPr marL="285750" lvl="8" indent="-285750">
              <a:buFont typeface="Arial" panose="020B0604020202020204" pitchFamily="34" charset="0"/>
              <a:buChar char="•"/>
            </a:pPr>
            <a:endParaRPr lang="en-US" sz="3100" dirty="0">
              <a:solidFill>
                <a:schemeClr val="accent1">
                  <a:lumMod val="50000"/>
                </a:schemeClr>
              </a:solidFill>
              <a:latin typeface="Source Sans Pro" panose="020B0503030403020204" pitchFamily="34" charset="0"/>
            </a:endParaRPr>
          </a:p>
          <a:p>
            <a:pPr marL="285750" lvl="8" indent="-285750">
              <a:buFont typeface="Arial" panose="020B0604020202020204" pitchFamily="34" charset="0"/>
              <a:buChar char="•"/>
            </a:pPr>
            <a:endParaRPr lang="en-US" sz="3100" dirty="0">
              <a:solidFill>
                <a:schemeClr val="accent1">
                  <a:lumMod val="50000"/>
                </a:schemeClr>
              </a:solidFill>
              <a:latin typeface="Source Sans Pro" panose="020B0503030403020204" pitchFamily="34" charset="0"/>
            </a:endParaRP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 panose="020B0503030403020204" pitchFamily="34" charset="0"/>
              <a:sym typeface="Helvetica"/>
            </a:endParaRPr>
          </a:p>
        </p:txBody>
      </p:sp>
      <p:pic>
        <p:nvPicPr>
          <p:cNvPr id="266" name="Graphic 265">
            <a:extLst>
              <a:ext uri="{FF2B5EF4-FFF2-40B4-BE49-F238E27FC236}">
                <a16:creationId xmlns:a16="http://schemas.microsoft.com/office/drawing/2014/main" id="{B7BD97F9-5B0F-BC8B-52D5-63FFBB4A029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084965" y="16908996"/>
            <a:ext cx="1775339" cy="1775339"/>
          </a:xfrm>
          <a:prstGeom prst="rect">
            <a:avLst/>
          </a:prstGeom>
        </p:spPr>
      </p:pic>
      <p:pic>
        <p:nvPicPr>
          <p:cNvPr id="268" name="Graphic 267">
            <a:extLst>
              <a:ext uri="{FF2B5EF4-FFF2-40B4-BE49-F238E27FC236}">
                <a16:creationId xmlns:a16="http://schemas.microsoft.com/office/drawing/2014/main" id="{A71CDF21-3752-9B32-AF9D-61577679512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995646" y="16864291"/>
            <a:ext cx="1820229" cy="1820229"/>
          </a:xfrm>
          <a:prstGeom prst="rect">
            <a:avLst/>
          </a:prstGeom>
        </p:spPr>
      </p:pic>
      <p:pic>
        <p:nvPicPr>
          <p:cNvPr id="270" name="Graphic 269">
            <a:extLst>
              <a:ext uri="{FF2B5EF4-FFF2-40B4-BE49-F238E27FC236}">
                <a16:creationId xmlns:a16="http://schemas.microsoft.com/office/drawing/2014/main" id="{ABB5E102-6F84-9ACD-A02C-6075FD1D874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291912" y="19005518"/>
            <a:ext cx="1134163" cy="1134163"/>
          </a:xfrm>
          <a:prstGeom prst="rect">
            <a:avLst/>
          </a:prstGeom>
        </p:spPr>
      </p:pic>
      <p:pic>
        <p:nvPicPr>
          <p:cNvPr id="272" name="Graphic 271">
            <a:extLst>
              <a:ext uri="{FF2B5EF4-FFF2-40B4-BE49-F238E27FC236}">
                <a16:creationId xmlns:a16="http://schemas.microsoft.com/office/drawing/2014/main" id="{E2FA8BA0-ACDB-31DE-0C93-BBFFE9EFC92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440878" y="18993746"/>
            <a:ext cx="1134163" cy="1134163"/>
          </a:xfrm>
          <a:prstGeom prst="rect">
            <a:avLst/>
          </a:prstGeom>
        </p:spPr>
      </p:pic>
      <p:pic>
        <p:nvPicPr>
          <p:cNvPr id="274" name="Graphic 273">
            <a:extLst>
              <a:ext uri="{FF2B5EF4-FFF2-40B4-BE49-F238E27FC236}">
                <a16:creationId xmlns:a16="http://schemas.microsoft.com/office/drawing/2014/main" id="{C4BD8F83-3E77-42A1-402D-6FBB17B97AB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094030" y="18969287"/>
            <a:ext cx="1183079" cy="1183079"/>
          </a:xfrm>
          <a:prstGeom prst="rect">
            <a:avLst/>
          </a:prstGeom>
        </p:spPr>
      </p:pic>
      <p:pic>
        <p:nvPicPr>
          <p:cNvPr id="280" name="Graphic 279">
            <a:extLst>
              <a:ext uri="{FF2B5EF4-FFF2-40B4-BE49-F238E27FC236}">
                <a16:creationId xmlns:a16="http://schemas.microsoft.com/office/drawing/2014/main" id="{124FA333-32F4-2525-6362-6EB230D4070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995646" y="20535631"/>
            <a:ext cx="1923929" cy="1923929"/>
          </a:xfrm>
          <a:prstGeom prst="rect">
            <a:avLst/>
          </a:prstGeom>
        </p:spPr>
      </p:pic>
      <p:pic>
        <p:nvPicPr>
          <p:cNvPr id="281" name="Graphic 280">
            <a:extLst>
              <a:ext uri="{FF2B5EF4-FFF2-40B4-BE49-F238E27FC236}">
                <a16:creationId xmlns:a16="http://schemas.microsoft.com/office/drawing/2014/main" id="{88EB0F9E-3CAB-3F98-8D9C-27D4EFF01DE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70621" y="20565530"/>
            <a:ext cx="1775339" cy="1775339"/>
          </a:xfrm>
          <a:prstGeom prst="rect">
            <a:avLst/>
          </a:prstGeom>
        </p:spPr>
      </p:pic>
      <p:pic>
        <p:nvPicPr>
          <p:cNvPr id="282" name="Graphic 281">
            <a:extLst>
              <a:ext uri="{FF2B5EF4-FFF2-40B4-BE49-F238E27FC236}">
                <a16:creationId xmlns:a16="http://schemas.microsoft.com/office/drawing/2014/main" id="{8CD6C661-B838-4582-AD95-540862084E6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398690" y="22765821"/>
            <a:ext cx="1134163" cy="1134163"/>
          </a:xfrm>
          <a:prstGeom prst="rect">
            <a:avLst/>
          </a:prstGeom>
        </p:spPr>
      </p:pic>
      <p:pic>
        <p:nvPicPr>
          <p:cNvPr id="283" name="Graphic 282">
            <a:extLst>
              <a:ext uri="{FF2B5EF4-FFF2-40B4-BE49-F238E27FC236}">
                <a16:creationId xmlns:a16="http://schemas.microsoft.com/office/drawing/2014/main" id="{1AD86FD6-2211-D6C8-E64A-664EFA4302E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510721" y="22724256"/>
            <a:ext cx="1134163" cy="1134163"/>
          </a:xfrm>
          <a:prstGeom prst="rect">
            <a:avLst/>
          </a:prstGeom>
        </p:spPr>
      </p:pic>
      <p:pic>
        <p:nvPicPr>
          <p:cNvPr id="284" name="Graphic 283">
            <a:extLst>
              <a:ext uri="{FF2B5EF4-FFF2-40B4-BE49-F238E27FC236}">
                <a16:creationId xmlns:a16="http://schemas.microsoft.com/office/drawing/2014/main" id="{0C3EC962-FD5A-E20B-44D0-A0B29DEE145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1176320" y="22753016"/>
            <a:ext cx="1183079" cy="1183079"/>
          </a:xfrm>
          <a:prstGeom prst="rect">
            <a:avLst/>
          </a:prstGeom>
        </p:spPr>
      </p:pic>
      <p:sp>
        <p:nvSpPr>
          <p:cNvPr id="285" name="Title 4">
            <a:extLst>
              <a:ext uri="{FF2B5EF4-FFF2-40B4-BE49-F238E27FC236}">
                <a16:creationId xmlns:a16="http://schemas.microsoft.com/office/drawing/2014/main" id="{EA68A6A3-DB02-85D4-15D6-74732820ADEE}"/>
              </a:ext>
            </a:extLst>
          </p:cNvPr>
          <p:cNvSpPr txBox="1"/>
          <p:nvPr/>
        </p:nvSpPr>
        <p:spPr>
          <a:xfrm>
            <a:off x="12606184" y="19083016"/>
            <a:ext cx="2805349" cy="10669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0639" tIns="40639" rIns="40639" bIns="40639">
            <a:spAutoFit/>
          </a:bodyPr>
          <a:lstStyle/>
          <a:p>
            <a:pPr defTabSz="3599077">
              <a:defRPr sz="3200" b="1">
                <a:solidFill>
                  <a:srgbClr val="2C365E"/>
                </a:solidFill>
                <a:latin typeface="SourceSansPro-SemiBold"/>
                <a:ea typeface="SourceSansPro-SemiBold"/>
                <a:cs typeface="SourceSansPro-SemiBold"/>
                <a:sym typeface="SourceSansPro-SemiBold"/>
              </a:defRPr>
            </a:pPr>
            <a:r>
              <a:rPr lang="en-US" dirty="0"/>
              <a:t>Classification Decision (AB)</a:t>
            </a:r>
            <a:endParaRPr dirty="0"/>
          </a:p>
        </p:txBody>
      </p:sp>
      <p:sp>
        <p:nvSpPr>
          <p:cNvPr id="286" name="Title 4">
            <a:extLst>
              <a:ext uri="{FF2B5EF4-FFF2-40B4-BE49-F238E27FC236}">
                <a16:creationId xmlns:a16="http://schemas.microsoft.com/office/drawing/2014/main" id="{D986E980-867D-524D-7EDF-69D8325185BF}"/>
              </a:ext>
            </a:extLst>
          </p:cNvPr>
          <p:cNvSpPr txBox="1"/>
          <p:nvPr/>
        </p:nvSpPr>
        <p:spPr>
          <a:xfrm>
            <a:off x="12665632" y="22664349"/>
            <a:ext cx="2805349" cy="10669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0639" tIns="40639" rIns="40639" bIns="40639">
            <a:spAutoFit/>
          </a:bodyPr>
          <a:lstStyle/>
          <a:p>
            <a:pPr defTabSz="3599077">
              <a:defRPr sz="3200" b="1">
                <a:solidFill>
                  <a:srgbClr val="2C365E"/>
                </a:solidFill>
                <a:latin typeface="SourceSansPro-SemiBold"/>
                <a:ea typeface="SourceSansPro-SemiBold"/>
                <a:cs typeface="SourceSansPro-SemiBold"/>
                <a:sym typeface="SourceSansPro-SemiBold"/>
              </a:defRPr>
            </a:pPr>
            <a:r>
              <a:rPr lang="en-US" dirty="0"/>
              <a:t>Classification Decision (A)</a:t>
            </a:r>
            <a:endParaRPr dirty="0"/>
          </a:p>
        </p:txBody>
      </p:sp>
      <p:sp>
        <p:nvSpPr>
          <p:cNvPr id="287" name="Title 4">
            <a:extLst>
              <a:ext uri="{FF2B5EF4-FFF2-40B4-BE49-F238E27FC236}">
                <a16:creationId xmlns:a16="http://schemas.microsoft.com/office/drawing/2014/main" id="{9C9E51A2-B332-38CA-B087-38FC732AD76B}"/>
              </a:ext>
            </a:extLst>
          </p:cNvPr>
          <p:cNvSpPr txBox="1"/>
          <p:nvPr/>
        </p:nvSpPr>
        <p:spPr>
          <a:xfrm>
            <a:off x="12665631" y="17112736"/>
            <a:ext cx="2805349" cy="10669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0639" tIns="40639" rIns="40639" bIns="40639">
            <a:spAutoFit/>
          </a:bodyPr>
          <a:lstStyle/>
          <a:p>
            <a:pPr defTabSz="3599077">
              <a:defRPr sz="3200" b="1">
                <a:solidFill>
                  <a:srgbClr val="2C365E"/>
                </a:solidFill>
                <a:latin typeface="SourceSansPro-SemiBold"/>
                <a:ea typeface="SourceSansPro-SemiBold"/>
                <a:cs typeface="SourceSansPro-SemiBold"/>
                <a:sym typeface="SourceSansPro-SemiBold"/>
              </a:defRPr>
            </a:pPr>
            <a:r>
              <a:rPr lang="en-US" dirty="0"/>
              <a:t>Intergroup Union (A-B)</a:t>
            </a:r>
            <a:endParaRPr dirty="0"/>
          </a:p>
        </p:txBody>
      </p:sp>
      <p:sp>
        <p:nvSpPr>
          <p:cNvPr id="288" name="Title 4">
            <a:extLst>
              <a:ext uri="{FF2B5EF4-FFF2-40B4-BE49-F238E27FC236}">
                <a16:creationId xmlns:a16="http://schemas.microsoft.com/office/drawing/2014/main" id="{FFCC2F6B-8DEB-FD9B-43AC-9FA8DF281479}"/>
              </a:ext>
            </a:extLst>
          </p:cNvPr>
          <p:cNvSpPr txBox="1"/>
          <p:nvPr/>
        </p:nvSpPr>
        <p:spPr>
          <a:xfrm>
            <a:off x="12678564" y="21006945"/>
            <a:ext cx="2805349" cy="10669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0639" tIns="40639" rIns="40639" bIns="40639">
            <a:spAutoFit/>
          </a:bodyPr>
          <a:lstStyle/>
          <a:p>
            <a:pPr defTabSz="3599077">
              <a:defRPr sz="3200" b="1">
                <a:solidFill>
                  <a:srgbClr val="2C365E"/>
                </a:solidFill>
                <a:latin typeface="SourceSansPro-SemiBold"/>
                <a:ea typeface="SourceSansPro-SemiBold"/>
                <a:cs typeface="SourceSansPro-SemiBold"/>
                <a:sym typeface="SourceSansPro-SemiBold"/>
              </a:defRPr>
            </a:pPr>
            <a:r>
              <a:rPr lang="en-US" dirty="0"/>
              <a:t>Intergroup Union (A-AB)</a:t>
            </a:r>
            <a:endParaRPr dirty="0"/>
          </a:p>
        </p:txBody>
      </p:sp>
      <p:sp>
        <p:nvSpPr>
          <p:cNvPr id="289" name="Title 4">
            <a:extLst>
              <a:ext uri="{FF2B5EF4-FFF2-40B4-BE49-F238E27FC236}">
                <a16:creationId xmlns:a16="http://schemas.microsoft.com/office/drawing/2014/main" id="{65AD30FD-CDF2-7FD7-4B46-3147E54B60DD}"/>
              </a:ext>
            </a:extLst>
          </p:cNvPr>
          <p:cNvSpPr txBox="1"/>
          <p:nvPr/>
        </p:nvSpPr>
        <p:spPr>
          <a:xfrm>
            <a:off x="11768700" y="17462046"/>
            <a:ext cx="416105" cy="5745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0639" tIns="40639" rIns="40639" bIns="40639">
            <a:spAutoFit/>
          </a:bodyPr>
          <a:lstStyle/>
          <a:p>
            <a:pPr defTabSz="3599077">
              <a:defRPr sz="3200" b="1">
                <a:solidFill>
                  <a:srgbClr val="2C365E"/>
                </a:solidFill>
                <a:latin typeface="SourceSansPro-SemiBold"/>
                <a:ea typeface="SourceSansPro-SemiBold"/>
                <a:cs typeface="SourceSansPro-SemiBold"/>
                <a:sym typeface="SourceSansPro-SemiBold"/>
              </a:defRPr>
            </a:pPr>
            <a:r>
              <a:rPr lang="en-US" dirty="0"/>
              <a:t>B</a:t>
            </a:r>
            <a:endParaRPr dirty="0"/>
          </a:p>
        </p:txBody>
      </p:sp>
      <p:sp>
        <p:nvSpPr>
          <p:cNvPr id="290" name="Title 4">
            <a:extLst>
              <a:ext uri="{FF2B5EF4-FFF2-40B4-BE49-F238E27FC236}">
                <a16:creationId xmlns:a16="http://schemas.microsoft.com/office/drawing/2014/main" id="{E90708D5-6AA8-2552-B675-C6E2F56F415D}"/>
              </a:ext>
            </a:extLst>
          </p:cNvPr>
          <p:cNvSpPr txBox="1"/>
          <p:nvPr/>
        </p:nvSpPr>
        <p:spPr>
          <a:xfrm>
            <a:off x="10750470" y="19396920"/>
            <a:ext cx="416105" cy="3898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0639" tIns="40639" rIns="40639" bIns="40639">
            <a:spAutoFit/>
          </a:bodyPr>
          <a:lstStyle/>
          <a:p>
            <a:pPr defTabSz="3599077">
              <a:defRPr sz="3200" b="1">
                <a:solidFill>
                  <a:srgbClr val="2C365E"/>
                </a:solidFill>
                <a:latin typeface="SourceSansPro-SemiBold"/>
                <a:ea typeface="SourceSansPro-SemiBold"/>
                <a:cs typeface="SourceSansPro-SemiBold"/>
                <a:sym typeface="SourceSansPro-SemiBold"/>
              </a:defRPr>
            </a:pPr>
            <a:r>
              <a:rPr lang="en-US" sz="2000" dirty="0">
                <a:solidFill>
                  <a:srgbClr val="2C365E">
                    <a:alpha val="50000"/>
                  </a:srgbClr>
                </a:solidFill>
              </a:rPr>
              <a:t>B</a:t>
            </a:r>
            <a:endParaRPr sz="2000" dirty="0">
              <a:solidFill>
                <a:srgbClr val="2C365E">
                  <a:alpha val="50000"/>
                </a:srgbClr>
              </a:solidFill>
            </a:endParaRPr>
          </a:p>
        </p:txBody>
      </p:sp>
      <p:sp>
        <p:nvSpPr>
          <p:cNvPr id="291" name="Title 4">
            <a:extLst>
              <a:ext uri="{FF2B5EF4-FFF2-40B4-BE49-F238E27FC236}">
                <a16:creationId xmlns:a16="http://schemas.microsoft.com/office/drawing/2014/main" id="{C5DFE0CD-75C3-33BA-FF2B-CB6C31F91653}"/>
              </a:ext>
            </a:extLst>
          </p:cNvPr>
          <p:cNvSpPr txBox="1"/>
          <p:nvPr/>
        </p:nvSpPr>
        <p:spPr>
          <a:xfrm>
            <a:off x="10692388" y="22887033"/>
            <a:ext cx="416105" cy="3898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0639" tIns="40639" rIns="40639" bIns="40639">
            <a:spAutoFit/>
          </a:bodyPr>
          <a:lstStyle/>
          <a:p>
            <a:pPr defTabSz="3599077">
              <a:defRPr sz="3200" b="1">
                <a:solidFill>
                  <a:srgbClr val="2C365E"/>
                </a:solidFill>
                <a:latin typeface="SourceSansPro-SemiBold"/>
                <a:ea typeface="SourceSansPro-SemiBold"/>
                <a:cs typeface="SourceSansPro-SemiBold"/>
                <a:sym typeface="SourceSansPro-SemiBold"/>
              </a:defRPr>
            </a:pPr>
            <a:endParaRPr sz="2000" dirty="0"/>
          </a:p>
        </p:txBody>
      </p:sp>
      <p:sp>
        <p:nvSpPr>
          <p:cNvPr id="292" name="Title 4">
            <a:extLst>
              <a:ext uri="{FF2B5EF4-FFF2-40B4-BE49-F238E27FC236}">
                <a16:creationId xmlns:a16="http://schemas.microsoft.com/office/drawing/2014/main" id="{9EC76BF4-9E58-9BCB-EA1B-995C4DC9C315}"/>
              </a:ext>
            </a:extLst>
          </p:cNvPr>
          <p:cNvSpPr txBox="1"/>
          <p:nvPr/>
        </p:nvSpPr>
        <p:spPr>
          <a:xfrm>
            <a:off x="11685464" y="21118710"/>
            <a:ext cx="1089346" cy="5745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0639" tIns="40639" rIns="40639" bIns="40639">
            <a:spAutoFit/>
          </a:bodyPr>
          <a:lstStyle/>
          <a:p>
            <a:pPr defTabSz="3599077">
              <a:defRPr sz="3200" b="1">
                <a:solidFill>
                  <a:srgbClr val="2C365E"/>
                </a:solidFill>
                <a:latin typeface="SourceSansPro-SemiBold"/>
                <a:ea typeface="SourceSansPro-SemiBold"/>
                <a:cs typeface="SourceSansPro-SemiBold"/>
                <a:sym typeface="SourceSansPro-SemiBold"/>
              </a:defRPr>
            </a:pPr>
            <a:r>
              <a:rPr lang="en-US" dirty="0"/>
              <a:t>AB</a:t>
            </a:r>
            <a:endParaRPr dirty="0"/>
          </a:p>
        </p:txBody>
      </p:sp>
      <p:sp>
        <p:nvSpPr>
          <p:cNvPr id="293" name="Title 4">
            <a:extLst>
              <a:ext uri="{FF2B5EF4-FFF2-40B4-BE49-F238E27FC236}">
                <a16:creationId xmlns:a16="http://schemas.microsoft.com/office/drawing/2014/main" id="{F4ABB218-91B8-62B5-BFD6-F20DD8C46A80}"/>
              </a:ext>
            </a:extLst>
          </p:cNvPr>
          <p:cNvSpPr txBox="1"/>
          <p:nvPr/>
        </p:nvSpPr>
        <p:spPr>
          <a:xfrm>
            <a:off x="9842135" y="17459250"/>
            <a:ext cx="416105" cy="5745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0639" tIns="40639" rIns="40639" bIns="40639">
            <a:spAutoFit/>
          </a:bodyPr>
          <a:lstStyle/>
          <a:p>
            <a:pPr defTabSz="3599077">
              <a:defRPr sz="3200" b="1">
                <a:solidFill>
                  <a:srgbClr val="2C365E"/>
                </a:solidFill>
                <a:latin typeface="SourceSansPro-SemiBold"/>
                <a:ea typeface="SourceSansPro-SemiBold"/>
                <a:cs typeface="SourceSansPro-SemiBold"/>
                <a:sym typeface="SourceSansPro-SemiBold"/>
              </a:defRPr>
            </a:pPr>
            <a:r>
              <a:rPr lang="en-US" dirty="0">
                <a:solidFill>
                  <a:schemeClr val="bg1"/>
                </a:solidFill>
              </a:rPr>
              <a:t>A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294" name="Title 4">
            <a:extLst>
              <a:ext uri="{FF2B5EF4-FFF2-40B4-BE49-F238E27FC236}">
                <a16:creationId xmlns:a16="http://schemas.microsoft.com/office/drawing/2014/main" id="{0E20FA2E-0FDA-C974-A723-40F8842DDB9B}"/>
              </a:ext>
            </a:extLst>
          </p:cNvPr>
          <p:cNvSpPr txBox="1"/>
          <p:nvPr/>
        </p:nvSpPr>
        <p:spPr>
          <a:xfrm>
            <a:off x="9911793" y="21102043"/>
            <a:ext cx="416105" cy="5745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0639" tIns="40639" rIns="40639" bIns="40639">
            <a:spAutoFit/>
          </a:bodyPr>
          <a:lstStyle/>
          <a:p>
            <a:pPr defTabSz="3599077">
              <a:defRPr sz="3200" b="1">
                <a:solidFill>
                  <a:srgbClr val="2C365E"/>
                </a:solidFill>
                <a:latin typeface="SourceSansPro-SemiBold"/>
                <a:ea typeface="SourceSansPro-SemiBold"/>
                <a:cs typeface="SourceSansPro-SemiBold"/>
                <a:sym typeface="SourceSansPro-SemiBold"/>
              </a:defRPr>
            </a:pPr>
            <a:r>
              <a:rPr lang="en-US" dirty="0">
                <a:solidFill>
                  <a:schemeClr val="bg1"/>
                </a:solidFill>
              </a:rPr>
              <a:t>A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295" name="Title 4">
            <a:extLst>
              <a:ext uri="{FF2B5EF4-FFF2-40B4-BE49-F238E27FC236}">
                <a16:creationId xmlns:a16="http://schemas.microsoft.com/office/drawing/2014/main" id="{4FFF4ADB-9034-8B26-D61F-46BC7C60EE03}"/>
              </a:ext>
            </a:extLst>
          </p:cNvPr>
          <p:cNvSpPr txBox="1"/>
          <p:nvPr/>
        </p:nvSpPr>
        <p:spPr>
          <a:xfrm>
            <a:off x="9978775" y="23120029"/>
            <a:ext cx="416105" cy="3898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0639" tIns="40639" rIns="40639" bIns="40639">
            <a:spAutoFit/>
          </a:bodyPr>
          <a:lstStyle/>
          <a:p>
            <a:pPr defTabSz="3599077">
              <a:defRPr sz="3200" b="1">
                <a:solidFill>
                  <a:srgbClr val="2C365E"/>
                </a:solidFill>
                <a:latin typeface="SourceSansPro-SemiBold"/>
                <a:ea typeface="SourceSansPro-SemiBold"/>
                <a:cs typeface="SourceSansPro-SemiBold"/>
                <a:sym typeface="SourceSansPro-SemiBold"/>
              </a:defRPr>
            </a:pPr>
            <a:r>
              <a:rPr lang="en-US" sz="2000" dirty="0">
                <a:solidFill>
                  <a:schemeClr val="bg1"/>
                </a:solidFill>
              </a:rPr>
              <a:t>A</a:t>
            </a:r>
            <a:endParaRPr sz="2000" dirty="0">
              <a:solidFill>
                <a:schemeClr val="bg1"/>
              </a:solidFill>
            </a:endParaRPr>
          </a:p>
        </p:txBody>
      </p:sp>
      <p:sp>
        <p:nvSpPr>
          <p:cNvPr id="296" name="Title 4">
            <a:extLst>
              <a:ext uri="{FF2B5EF4-FFF2-40B4-BE49-F238E27FC236}">
                <a16:creationId xmlns:a16="http://schemas.microsoft.com/office/drawing/2014/main" id="{B8A64353-0CFC-A7B4-EE8E-AE03EF63064C}"/>
              </a:ext>
            </a:extLst>
          </p:cNvPr>
          <p:cNvSpPr txBox="1"/>
          <p:nvPr/>
        </p:nvSpPr>
        <p:spPr>
          <a:xfrm>
            <a:off x="9842769" y="22850733"/>
            <a:ext cx="416105" cy="5745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0639" tIns="40639" rIns="40639" bIns="40639">
            <a:spAutoFit/>
          </a:bodyPr>
          <a:lstStyle/>
          <a:p>
            <a:pPr defTabSz="3599077">
              <a:defRPr sz="3200" b="1">
                <a:solidFill>
                  <a:srgbClr val="2C365E"/>
                </a:solidFill>
                <a:latin typeface="SourceSansPro-SemiBold"/>
                <a:ea typeface="SourceSansPro-SemiBold"/>
                <a:cs typeface="SourceSansPro-SemiBold"/>
                <a:sym typeface="SourceSansPro-SemiBold"/>
              </a:defRPr>
            </a:pPr>
            <a:endParaRPr dirty="0">
              <a:solidFill>
                <a:schemeClr val="bg1"/>
              </a:solidFill>
            </a:endParaRPr>
          </a:p>
        </p:txBody>
      </p:sp>
      <p:sp>
        <p:nvSpPr>
          <p:cNvPr id="297" name="Title 4">
            <a:extLst>
              <a:ext uri="{FF2B5EF4-FFF2-40B4-BE49-F238E27FC236}">
                <a16:creationId xmlns:a16="http://schemas.microsoft.com/office/drawing/2014/main" id="{1D19CABB-C9BB-A3FF-807F-45B022A77348}"/>
              </a:ext>
            </a:extLst>
          </p:cNvPr>
          <p:cNvSpPr txBox="1"/>
          <p:nvPr/>
        </p:nvSpPr>
        <p:spPr>
          <a:xfrm>
            <a:off x="9903476" y="19369978"/>
            <a:ext cx="416105" cy="3898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0639" tIns="40639" rIns="40639" bIns="40639">
            <a:spAutoFit/>
          </a:bodyPr>
          <a:lstStyle/>
          <a:p>
            <a:pPr defTabSz="3599077">
              <a:defRPr sz="3200" b="1">
                <a:solidFill>
                  <a:srgbClr val="2C365E"/>
                </a:solidFill>
                <a:latin typeface="SourceSansPro-SemiBold"/>
                <a:ea typeface="SourceSansPro-SemiBold"/>
                <a:cs typeface="SourceSansPro-SemiBold"/>
                <a:sym typeface="SourceSansPro-SemiBold"/>
              </a:defRPr>
            </a:pPr>
            <a:r>
              <a:rPr lang="en-US" sz="2000" dirty="0">
                <a:solidFill>
                  <a:schemeClr val="bg1">
                    <a:alpha val="49813"/>
                  </a:schemeClr>
                </a:solidFill>
              </a:rPr>
              <a:t>A</a:t>
            </a:r>
            <a:endParaRPr sz="2000" dirty="0">
              <a:solidFill>
                <a:schemeClr val="bg1">
                  <a:alpha val="49813"/>
                </a:schemeClr>
              </a:solidFill>
            </a:endParaRPr>
          </a:p>
        </p:txBody>
      </p:sp>
      <p:sp>
        <p:nvSpPr>
          <p:cNvPr id="299" name="Title 4">
            <a:extLst>
              <a:ext uri="{FF2B5EF4-FFF2-40B4-BE49-F238E27FC236}">
                <a16:creationId xmlns:a16="http://schemas.microsoft.com/office/drawing/2014/main" id="{464F6F5E-CE31-EB79-3C71-636927E89579}"/>
              </a:ext>
            </a:extLst>
          </p:cNvPr>
          <p:cNvSpPr txBox="1"/>
          <p:nvPr/>
        </p:nvSpPr>
        <p:spPr>
          <a:xfrm>
            <a:off x="10836751" y="23137143"/>
            <a:ext cx="416105" cy="3898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0639" tIns="40639" rIns="40639" bIns="40639">
            <a:spAutoFit/>
          </a:bodyPr>
          <a:lstStyle/>
          <a:p>
            <a:pPr defTabSz="3599077">
              <a:defRPr sz="3200" b="1">
                <a:solidFill>
                  <a:srgbClr val="2C365E"/>
                </a:solidFill>
                <a:latin typeface="SourceSansPro-SemiBold"/>
                <a:ea typeface="SourceSansPro-SemiBold"/>
                <a:cs typeface="SourceSansPro-SemiBold"/>
                <a:sym typeface="SourceSansPro-SemiBold"/>
              </a:defRPr>
            </a:pPr>
            <a:r>
              <a:rPr lang="en-US" sz="2000" dirty="0">
                <a:solidFill>
                  <a:srgbClr val="2C365E">
                    <a:alpha val="51000"/>
                  </a:srgbClr>
                </a:solidFill>
              </a:rPr>
              <a:t>B</a:t>
            </a:r>
            <a:endParaRPr sz="2000" dirty="0">
              <a:solidFill>
                <a:srgbClr val="2C365E">
                  <a:alpha val="51000"/>
                </a:srgbClr>
              </a:solidFill>
            </a:endParaRPr>
          </a:p>
        </p:txBody>
      </p:sp>
      <p:sp>
        <p:nvSpPr>
          <p:cNvPr id="300" name="Title 4">
            <a:extLst>
              <a:ext uri="{FF2B5EF4-FFF2-40B4-BE49-F238E27FC236}">
                <a16:creationId xmlns:a16="http://schemas.microsoft.com/office/drawing/2014/main" id="{C2CFB74E-19C5-B0FF-9C1C-1169CFDA66A9}"/>
              </a:ext>
            </a:extLst>
          </p:cNvPr>
          <p:cNvSpPr txBox="1"/>
          <p:nvPr/>
        </p:nvSpPr>
        <p:spPr>
          <a:xfrm>
            <a:off x="11516838" y="19331275"/>
            <a:ext cx="1089346" cy="3898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0639" tIns="40639" rIns="40639" bIns="40639">
            <a:spAutoFit/>
          </a:bodyPr>
          <a:lstStyle/>
          <a:p>
            <a:pPr defTabSz="3599077">
              <a:defRPr sz="3200" b="1">
                <a:solidFill>
                  <a:srgbClr val="2C365E"/>
                </a:solidFill>
                <a:latin typeface="SourceSansPro-SemiBold"/>
                <a:ea typeface="SourceSansPro-SemiBold"/>
                <a:cs typeface="SourceSansPro-SemiBold"/>
                <a:sym typeface="SourceSansPro-SemiBold"/>
              </a:defRPr>
            </a:pPr>
            <a:r>
              <a:rPr lang="en-US" sz="2000" dirty="0"/>
              <a:t>AB</a:t>
            </a:r>
            <a:endParaRPr sz="2000" dirty="0"/>
          </a:p>
        </p:txBody>
      </p:sp>
      <p:sp>
        <p:nvSpPr>
          <p:cNvPr id="301" name="Title 4">
            <a:extLst>
              <a:ext uri="{FF2B5EF4-FFF2-40B4-BE49-F238E27FC236}">
                <a16:creationId xmlns:a16="http://schemas.microsoft.com/office/drawing/2014/main" id="{4EB36D2B-F715-B186-643C-9F38544036CD}"/>
              </a:ext>
            </a:extLst>
          </p:cNvPr>
          <p:cNvSpPr txBox="1"/>
          <p:nvPr/>
        </p:nvSpPr>
        <p:spPr>
          <a:xfrm>
            <a:off x="11580858" y="23113651"/>
            <a:ext cx="1089346" cy="3898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0639" tIns="40639" rIns="40639" bIns="40639">
            <a:spAutoFit/>
          </a:bodyPr>
          <a:lstStyle/>
          <a:p>
            <a:pPr defTabSz="3599077">
              <a:defRPr sz="3200" b="1">
                <a:solidFill>
                  <a:srgbClr val="2C365E"/>
                </a:solidFill>
                <a:latin typeface="SourceSansPro-SemiBold"/>
                <a:ea typeface="SourceSansPro-SemiBold"/>
                <a:cs typeface="SourceSansPro-SemiBold"/>
                <a:sym typeface="SourceSansPro-SemiBold"/>
              </a:defRPr>
            </a:pPr>
            <a:r>
              <a:rPr lang="en-US" sz="2000" dirty="0">
                <a:solidFill>
                  <a:srgbClr val="2C365E">
                    <a:alpha val="49936"/>
                  </a:srgbClr>
                </a:solidFill>
              </a:rPr>
              <a:t>AB</a:t>
            </a:r>
            <a:endParaRPr sz="2000" dirty="0">
              <a:solidFill>
                <a:srgbClr val="2C365E">
                  <a:alpha val="49936"/>
                </a:srgbClr>
              </a:solidFill>
            </a:endParaRPr>
          </a:p>
        </p:txBody>
      </p:sp>
      <p:cxnSp>
        <p:nvCxnSpPr>
          <p:cNvPr id="303" name="Straight Arrow Connector 302">
            <a:extLst>
              <a:ext uri="{FF2B5EF4-FFF2-40B4-BE49-F238E27FC236}">
                <a16:creationId xmlns:a16="http://schemas.microsoft.com/office/drawing/2014/main" id="{0F1C9D76-321E-69C9-8CB3-48317A9FE91A}"/>
              </a:ext>
            </a:extLst>
          </p:cNvPr>
          <p:cNvCxnSpPr>
            <a:cxnSpLocks/>
          </p:cNvCxnSpPr>
          <p:nvPr/>
        </p:nvCxnSpPr>
        <p:spPr>
          <a:xfrm>
            <a:off x="10491869" y="17746507"/>
            <a:ext cx="817141" cy="0"/>
          </a:xfrm>
          <a:prstGeom prst="straightConnector1">
            <a:avLst/>
          </a:prstGeom>
          <a:noFill/>
          <a:ln w="38100" cap="flat">
            <a:solidFill>
              <a:schemeClr val="tx1">
                <a:lumMod val="95000"/>
                <a:lumOff val="5000"/>
              </a:schemeClr>
            </a:solidFill>
            <a:prstDash val="dash"/>
            <a:round/>
            <a:headEnd type="triangle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07" name="Straight Arrow Connector 306">
            <a:extLst>
              <a:ext uri="{FF2B5EF4-FFF2-40B4-BE49-F238E27FC236}">
                <a16:creationId xmlns:a16="http://schemas.microsoft.com/office/drawing/2014/main" id="{869F779A-1368-AD8A-5BA3-30E9F9D36FAD}"/>
              </a:ext>
            </a:extLst>
          </p:cNvPr>
          <p:cNvCxnSpPr>
            <a:cxnSpLocks/>
          </p:cNvCxnSpPr>
          <p:nvPr/>
        </p:nvCxnSpPr>
        <p:spPr>
          <a:xfrm>
            <a:off x="10560549" y="21537340"/>
            <a:ext cx="817141" cy="0"/>
          </a:xfrm>
          <a:prstGeom prst="straightConnector1">
            <a:avLst/>
          </a:prstGeom>
          <a:noFill/>
          <a:ln w="38100" cap="flat">
            <a:solidFill>
              <a:schemeClr val="tx1">
                <a:lumMod val="95000"/>
                <a:lumOff val="5000"/>
              </a:schemeClr>
            </a:solidFill>
            <a:prstDash val="dash"/>
            <a:round/>
            <a:headEnd type="triangle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24" name="Straight Arrow Connector 423">
            <a:extLst>
              <a:ext uri="{FF2B5EF4-FFF2-40B4-BE49-F238E27FC236}">
                <a16:creationId xmlns:a16="http://schemas.microsoft.com/office/drawing/2014/main" id="{EEDE1AF4-F0DB-2E18-1A30-B7DDE9F45260}"/>
              </a:ext>
            </a:extLst>
          </p:cNvPr>
          <p:cNvCxnSpPr>
            <a:cxnSpLocks/>
            <a:endCxn id="274" idx="0"/>
          </p:cNvCxnSpPr>
          <p:nvPr/>
        </p:nvCxnSpPr>
        <p:spPr>
          <a:xfrm>
            <a:off x="10941365" y="17820357"/>
            <a:ext cx="744205" cy="1148930"/>
          </a:xfrm>
          <a:prstGeom prst="straightConnector1">
            <a:avLst/>
          </a:prstGeom>
          <a:noFill/>
          <a:ln w="38100" cap="flat">
            <a:solidFill>
              <a:schemeClr val="tx1"/>
            </a:solidFill>
            <a:prstDash val="sysDash"/>
            <a:round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28" name="Straight Arrow Connector 427">
            <a:extLst>
              <a:ext uri="{FF2B5EF4-FFF2-40B4-BE49-F238E27FC236}">
                <a16:creationId xmlns:a16="http://schemas.microsoft.com/office/drawing/2014/main" id="{06A4AF43-1578-080D-00CD-AD8BD2BA54CD}"/>
              </a:ext>
            </a:extLst>
          </p:cNvPr>
          <p:cNvCxnSpPr>
            <a:cxnSpLocks/>
          </p:cNvCxnSpPr>
          <p:nvPr/>
        </p:nvCxnSpPr>
        <p:spPr>
          <a:xfrm flipH="1">
            <a:off x="10179313" y="21594892"/>
            <a:ext cx="788152" cy="1088461"/>
          </a:xfrm>
          <a:prstGeom prst="straightConnector1">
            <a:avLst/>
          </a:prstGeom>
          <a:noFill/>
          <a:ln w="38100" cap="flat">
            <a:solidFill>
              <a:schemeClr val="tx1"/>
            </a:solidFill>
            <a:prstDash val="sysDash"/>
            <a:round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31" name="Straight Arrow Connector 430">
            <a:extLst>
              <a:ext uri="{FF2B5EF4-FFF2-40B4-BE49-F238E27FC236}">
                <a16:creationId xmlns:a16="http://schemas.microsoft.com/office/drawing/2014/main" id="{BDDF8023-9D06-D3FB-517A-D74F174F1391}"/>
              </a:ext>
            </a:extLst>
          </p:cNvPr>
          <p:cNvCxnSpPr>
            <a:cxnSpLocks/>
            <a:endCxn id="280" idx="0"/>
          </p:cNvCxnSpPr>
          <p:nvPr/>
        </p:nvCxnSpPr>
        <p:spPr>
          <a:xfrm>
            <a:off x="11771808" y="20149973"/>
            <a:ext cx="185803" cy="385658"/>
          </a:xfrm>
          <a:prstGeom prst="straightConnector1">
            <a:avLst/>
          </a:prstGeom>
          <a:noFill/>
          <a:ln w="28575" cap="flat">
            <a:solidFill>
              <a:schemeClr val="tx1"/>
            </a:solidFill>
            <a:prstDash val="solid"/>
            <a:round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33" name="Title 4">
            <a:extLst>
              <a:ext uri="{FF2B5EF4-FFF2-40B4-BE49-F238E27FC236}">
                <a16:creationId xmlns:a16="http://schemas.microsoft.com/office/drawing/2014/main" id="{4989DB51-E5D6-838B-C8BC-A5A85B8A15CD}"/>
              </a:ext>
            </a:extLst>
          </p:cNvPr>
          <p:cNvSpPr txBox="1"/>
          <p:nvPr/>
        </p:nvSpPr>
        <p:spPr>
          <a:xfrm>
            <a:off x="8438150" y="17593681"/>
            <a:ext cx="2805349" cy="5745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0639" tIns="40639" rIns="40639" bIns="40639">
            <a:spAutoFit/>
          </a:bodyPr>
          <a:lstStyle/>
          <a:p>
            <a:pPr defTabSz="3599077">
              <a:defRPr sz="3200" b="1">
                <a:solidFill>
                  <a:srgbClr val="2C365E"/>
                </a:solidFill>
                <a:latin typeface="SourceSansPro-SemiBold"/>
                <a:ea typeface="SourceSansPro-SemiBold"/>
                <a:cs typeface="SourceSansPro-SemiBold"/>
                <a:sym typeface="SourceSansPro-SemiBold"/>
              </a:defRPr>
            </a:pPr>
            <a:r>
              <a:rPr lang="en-US" dirty="0"/>
              <a:t>G1</a:t>
            </a:r>
            <a:endParaRPr dirty="0"/>
          </a:p>
        </p:txBody>
      </p:sp>
      <p:sp>
        <p:nvSpPr>
          <p:cNvPr id="434" name="Title 4">
            <a:extLst>
              <a:ext uri="{FF2B5EF4-FFF2-40B4-BE49-F238E27FC236}">
                <a16:creationId xmlns:a16="http://schemas.microsoft.com/office/drawing/2014/main" id="{03F9B11C-0B7A-12B2-76E7-03FF7E685CC7}"/>
              </a:ext>
            </a:extLst>
          </p:cNvPr>
          <p:cNvSpPr txBox="1"/>
          <p:nvPr/>
        </p:nvSpPr>
        <p:spPr>
          <a:xfrm>
            <a:off x="8438150" y="20446583"/>
            <a:ext cx="2805349" cy="5745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0639" tIns="40639" rIns="40639" bIns="40639">
            <a:spAutoFit/>
          </a:bodyPr>
          <a:lstStyle/>
          <a:p>
            <a:pPr defTabSz="3599077">
              <a:defRPr sz="3200" b="1">
                <a:solidFill>
                  <a:srgbClr val="2C365E"/>
                </a:solidFill>
                <a:latin typeface="SourceSansPro-SemiBold"/>
                <a:ea typeface="SourceSansPro-SemiBold"/>
                <a:cs typeface="SourceSansPro-SemiBold"/>
                <a:sym typeface="SourceSansPro-SemiBold"/>
              </a:defRPr>
            </a:pPr>
            <a:r>
              <a:rPr lang="en-US" dirty="0"/>
              <a:t>G2</a:t>
            </a:r>
            <a:endParaRPr dirty="0"/>
          </a:p>
        </p:txBody>
      </p:sp>
      <p:sp>
        <p:nvSpPr>
          <p:cNvPr id="436" name="Title 4">
            <a:extLst>
              <a:ext uri="{FF2B5EF4-FFF2-40B4-BE49-F238E27FC236}">
                <a16:creationId xmlns:a16="http://schemas.microsoft.com/office/drawing/2014/main" id="{75986AFD-4CC2-88B6-CFF2-8A0A640A2E9E}"/>
              </a:ext>
            </a:extLst>
          </p:cNvPr>
          <p:cNvSpPr txBox="1"/>
          <p:nvPr/>
        </p:nvSpPr>
        <p:spPr>
          <a:xfrm>
            <a:off x="8516549" y="22927456"/>
            <a:ext cx="2805349" cy="5745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0639" tIns="40639" rIns="40639" bIns="40639">
            <a:spAutoFit/>
          </a:bodyPr>
          <a:lstStyle/>
          <a:p>
            <a:pPr defTabSz="3599077">
              <a:defRPr sz="3200" b="1">
                <a:solidFill>
                  <a:srgbClr val="2C365E"/>
                </a:solidFill>
                <a:latin typeface="SourceSansPro-SemiBold"/>
                <a:ea typeface="SourceSansPro-SemiBold"/>
                <a:cs typeface="SourceSansPro-SemiBold"/>
                <a:sym typeface="SourceSansPro-SemiBold"/>
              </a:defRPr>
            </a:pPr>
            <a:r>
              <a:rPr lang="en-US" dirty="0"/>
              <a:t>G3</a:t>
            </a:r>
            <a:endParaRPr dirty="0"/>
          </a:p>
        </p:txBody>
      </p:sp>
      <p:sp>
        <p:nvSpPr>
          <p:cNvPr id="437" name="Left Bracket 436">
            <a:extLst>
              <a:ext uri="{FF2B5EF4-FFF2-40B4-BE49-F238E27FC236}">
                <a16:creationId xmlns:a16="http://schemas.microsoft.com/office/drawing/2014/main" id="{D7C4A7B2-90E4-26EE-99E4-D16782E3A350}"/>
              </a:ext>
            </a:extLst>
          </p:cNvPr>
          <p:cNvSpPr/>
          <p:nvPr/>
        </p:nvSpPr>
        <p:spPr>
          <a:xfrm>
            <a:off x="9083407" y="19527711"/>
            <a:ext cx="385947" cy="2403886"/>
          </a:xfrm>
          <a:prstGeom prst="leftBracket">
            <a:avLst/>
          </a:prstGeom>
          <a:noFill/>
          <a:ln w="25400" cap="flat">
            <a:solidFill>
              <a:schemeClr val="tx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9" tIns="45719" rIns="91439" bIns="45719" numCol="1" spcCol="38100" rtlCol="0" anchor="t">
            <a:no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2" name="Title 4">
            <a:extLst>
              <a:ext uri="{FF2B5EF4-FFF2-40B4-BE49-F238E27FC236}">
                <a16:creationId xmlns:a16="http://schemas.microsoft.com/office/drawing/2014/main" id="{5683C60C-7F97-EC57-67A4-E73531106A3C}"/>
              </a:ext>
            </a:extLst>
          </p:cNvPr>
          <p:cNvSpPr txBox="1"/>
          <p:nvPr/>
        </p:nvSpPr>
        <p:spPr>
          <a:xfrm>
            <a:off x="8775340" y="9987910"/>
            <a:ext cx="6546082" cy="58699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0639" tIns="40639" rIns="40639" bIns="40639">
            <a:normAutofit/>
          </a:bodyPr>
          <a:lstStyle/>
          <a:p>
            <a:pPr defTabSz="2935479">
              <a:lnSpc>
                <a:spcPct val="90000"/>
              </a:lnSpc>
              <a:spcBef>
                <a:spcPts val="1200"/>
              </a:spcBef>
              <a:defRPr sz="3168" b="1">
                <a:solidFill>
                  <a:srgbClr val="2C365E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pPr>
            <a:r>
              <a:rPr lang="en-US" sz="5400" dirty="0"/>
              <a:t>Implications</a:t>
            </a:r>
          </a:p>
          <a:p>
            <a:pPr marL="335284" indent="-335284" defTabSz="2935479">
              <a:lnSpc>
                <a:spcPct val="90000"/>
              </a:lnSpc>
              <a:spcBef>
                <a:spcPts val="1000"/>
              </a:spcBef>
              <a:buSzPct val="100000"/>
              <a:buChar char="•"/>
              <a:defRPr sz="2178" b="1">
                <a:solidFill>
                  <a:srgbClr val="2C365E"/>
                </a:solidFill>
                <a:latin typeface="Source Sans Pro SemiBold"/>
                <a:ea typeface="Source Sans Pro SemiBold"/>
                <a:cs typeface="Source Sans Pro SemiBold"/>
                <a:sym typeface="Source Sans Pro SemiBold"/>
              </a:defRPr>
            </a:pPr>
            <a:r>
              <a:rPr lang="en-US" sz="2800" dirty="0"/>
              <a:t>Many factors would have to align to produce a “post racial” utopia of population mixing.</a:t>
            </a:r>
          </a:p>
          <a:p>
            <a:pPr marL="335284" indent="-335284" defTabSz="2935479">
              <a:lnSpc>
                <a:spcPct val="90000"/>
              </a:lnSpc>
              <a:spcBef>
                <a:spcPts val="1000"/>
              </a:spcBef>
              <a:buSzPct val="100000"/>
              <a:buChar char="•"/>
              <a:defRPr sz="2178" b="1">
                <a:solidFill>
                  <a:srgbClr val="2C365E"/>
                </a:solidFill>
                <a:latin typeface="Source Sans Pro SemiBold"/>
                <a:ea typeface="Source Sans Pro SemiBold"/>
                <a:cs typeface="Source Sans Pro SemiBold"/>
                <a:sym typeface="Source Sans Pro SemiBold"/>
              </a:defRPr>
            </a:pPr>
            <a:r>
              <a:rPr lang="en-US" sz="2800" dirty="0">
                <a:latin typeface="SourceSansPro-SemiBold"/>
                <a:ea typeface="SourceSansPro-SemiBold"/>
                <a:cs typeface="SourceSansPro-SemiBold"/>
                <a:sym typeface="SourceSansPro-SemiBold"/>
              </a:rPr>
              <a:t>Contemporary growth of the U.S. multiracial population is a unique consequence of the “biracial baby boom” and is unlikely to continue apace.</a:t>
            </a:r>
          </a:p>
          <a:p>
            <a:pPr marL="335284" indent="-335284" defTabSz="2935479">
              <a:lnSpc>
                <a:spcPct val="90000"/>
              </a:lnSpc>
              <a:spcBef>
                <a:spcPts val="1000"/>
              </a:spcBef>
              <a:buSzPct val="100000"/>
              <a:buChar char="•"/>
              <a:defRPr sz="2178" b="1">
                <a:solidFill>
                  <a:srgbClr val="2C365E"/>
                </a:solidFill>
                <a:latin typeface="Source Sans Pro SemiBold"/>
                <a:ea typeface="Source Sans Pro SemiBold"/>
                <a:cs typeface="Source Sans Pro SemiBold"/>
                <a:sym typeface="Source Sans Pro SemiBold"/>
              </a:defRPr>
            </a:pPr>
            <a:r>
              <a:rPr lang="en-US" sz="2800" dirty="0">
                <a:latin typeface="SourceSansPro-SemiBold"/>
                <a:ea typeface="SourceSansPro-SemiBold"/>
                <a:cs typeface="SourceSansPro-SemiBold"/>
                <a:sym typeface="SourceSansPro-SemiBold"/>
              </a:rPr>
              <a:t>Intermarriage and multiracial identification will not necessarily help to usher in a “majority-minority” society as might be expected.</a:t>
            </a:r>
          </a:p>
          <a:p>
            <a:pPr marL="335284" indent="-335284" defTabSz="2935479">
              <a:lnSpc>
                <a:spcPct val="90000"/>
              </a:lnSpc>
              <a:spcBef>
                <a:spcPts val="1000"/>
              </a:spcBef>
              <a:buSzPct val="100000"/>
              <a:buChar char="•"/>
              <a:defRPr sz="2178" b="1">
                <a:solidFill>
                  <a:srgbClr val="2C365E"/>
                </a:solidFill>
                <a:latin typeface="Source Sans Pro SemiBold"/>
                <a:ea typeface="Source Sans Pro SemiBold"/>
                <a:cs typeface="Source Sans Pro SemiBold"/>
                <a:sym typeface="Source Sans Pro SemiBold"/>
              </a:defRPr>
            </a:pPr>
            <a:endParaRPr lang="en-US" sz="2800" dirty="0">
              <a:latin typeface="SourceSansPro-SemiBold"/>
              <a:ea typeface="SourceSansPro-SemiBold"/>
              <a:cs typeface="SourceSansPro-SemiBold"/>
              <a:sym typeface="SourceSansPro-SemiBold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4C00F5D-9B9B-C018-BE37-07288E10A07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7583" y="26245771"/>
            <a:ext cx="3801064" cy="351598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8F06F51-6176-0C99-21A1-0051A71443FB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67824" y="26229912"/>
            <a:ext cx="3800536" cy="3515495"/>
          </a:xfrm>
          <a:prstGeom prst="rect">
            <a:avLst/>
          </a:prstGeom>
        </p:spPr>
      </p:pic>
      <p:sp>
        <p:nvSpPr>
          <p:cNvPr id="7" name="Rectangle 15">
            <a:extLst>
              <a:ext uri="{FF2B5EF4-FFF2-40B4-BE49-F238E27FC236}">
                <a16:creationId xmlns:a16="http://schemas.microsoft.com/office/drawing/2014/main" id="{3A5AC90F-0C41-60F1-D0F2-CDEB8FE8BB4A}"/>
              </a:ext>
            </a:extLst>
          </p:cNvPr>
          <p:cNvSpPr/>
          <p:nvPr/>
        </p:nvSpPr>
        <p:spPr>
          <a:xfrm>
            <a:off x="6913226" y="24404307"/>
            <a:ext cx="602979" cy="8238305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 sz="16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  <a:endParaRPr/>
          </a:p>
        </p:txBody>
      </p:sp>
      <p:sp>
        <p:nvSpPr>
          <p:cNvPr id="8" name="Title 4">
            <a:extLst>
              <a:ext uri="{FF2B5EF4-FFF2-40B4-BE49-F238E27FC236}">
                <a16:creationId xmlns:a16="http://schemas.microsoft.com/office/drawing/2014/main" id="{99335E5C-213A-4CD1-0230-073FBF47DEA7}"/>
              </a:ext>
            </a:extLst>
          </p:cNvPr>
          <p:cNvSpPr txBox="1"/>
          <p:nvPr/>
        </p:nvSpPr>
        <p:spPr>
          <a:xfrm>
            <a:off x="7811014" y="25089512"/>
            <a:ext cx="6563159" cy="9135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0639" tIns="40639" rIns="40639" bIns="40639">
            <a:normAutofit/>
          </a:bodyPr>
          <a:lstStyle/>
          <a:p>
            <a:pPr defTabSz="2935479">
              <a:lnSpc>
                <a:spcPct val="90000"/>
              </a:lnSpc>
              <a:spcBef>
                <a:spcPts val="1200"/>
              </a:spcBef>
              <a:defRPr sz="3168" b="1">
                <a:solidFill>
                  <a:srgbClr val="2C365E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pPr>
            <a:r>
              <a:rPr lang="en-US" sz="5400" dirty="0"/>
              <a:t>In Memoriam</a:t>
            </a:r>
          </a:p>
        </p:txBody>
      </p:sp>
      <p:sp>
        <p:nvSpPr>
          <p:cNvPr id="13" name="Title 4">
            <a:extLst>
              <a:ext uri="{FF2B5EF4-FFF2-40B4-BE49-F238E27FC236}">
                <a16:creationId xmlns:a16="http://schemas.microsoft.com/office/drawing/2014/main" id="{52ED2942-00A1-60E5-E4DD-9DDE26211701}"/>
              </a:ext>
            </a:extLst>
          </p:cNvPr>
          <p:cNvSpPr txBox="1"/>
          <p:nvPr/>
        </p:nvSpPr>
        <p:spPr>
          <a:xfrm>
            <a:off x="7785555" y="29893771"/>
            <a:ext cx="3419505" cy="20518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0639" tIns="40639" rIns="40639" bIns="40639">
            <a:spAutoFit/>
          </a:bodyPr>
          <a:lstStyle/>
          <a:p>
            <a:pPr defTabSz="3599077">
              <a:defRPr sz="3200" b="1">
                <a:solidFill>
                  <a:srgbClr val="2C365E"/>
                </a:solidFill>
                <a:latin typeface="SourceSansPro-SemiBold"/>
                <a:ea typeface="SourceSansPro-SemiBold"/>
                <a:cs typeface="SourceSansPro-SemiBold"/>
                <a:sym typeface="SourceSansPro-SemiBold"/>
              </a:defRPr>
            </a:pPr>
            <a:r>
              <a:rPr lang="en-US" sz="3600" dirty="0"/>
              <a:t>Eugene Hammel</a:t>
            </a:r>
          </a:p>
          <a:p>
            <a:pPr defTabSz="3599077">
              <a:defRPr sz="3200" b="1">
                <a:solidFill>
                  <a:srgbClr val="2C365E"/>
                </a:solidFill>
                <a:latin typeface="SourceSansPro-SemiBold"/>
                <a:ea typeface="SourceSansPro-SemiBold"/>
                <a:cs typeface="SourceSansPro-SemiBold"/>
                <a:sym typeface="SourceSansPro-SemiBold"/>
              </a:defRPr>
            </a:pPr>
            <a:r>
              <a:rPr lang="en-US" sz="3600" dirty="0"/>
              <a:t>(1930-2025)</a:t>
            </a:r>
          </a:p>
          <a:p>
            <a:pPr defTabSz="3599077">
              <a:defRPr sz="3200" b="1">
                <a:solidFill>
                  <a:srgbClr val="2C365E"/>
                </a:solidFill>
                <a:latin typeface="SourceSansPro-SemiBold"/>
                <a:ea typeface="SourceSansPro-SemiBold"/>
                <a:cs typeface="SourceSansPro-SemiBold"/>
                <a:sym typeface="SourceSansPro-SemiBold"/>
              </a:defRPr>
            </a:pPr>
            <a:r>
              <a:rPr lang="en-US" sz="2800" dirty="0"/>
              <a:t>Anthropologist,</a:t>
            </a:r>
          </a:p>
          <a:p>
            <a:pPr defTabSz="3599077">
              <a:defRPr sz="3200" b="1">
                <a:solidFill>
                  <a:srgbClr val="2C365E"/>
                </a:solidFill>
                <a:latin typeface="SourceSansPro-SemiBold"/>
                <a:ea typeface="SourceSansPro-SemiBold"/>
                <a:cs typeface="SourceSansPro-SemiBold"/>
                <a:sym typeface="SourceSansPro-SemiBold"/>
              </a:defRPr>
            </a:pPr>
            <a:r>
              <a:rPr lang="en-US" sz="2800" dirty="0"/>
              <a:t>Creator of SOCSIM</a:t>
            </a:r>
          </a:p>
        </p:txBody>
      </p:sp>
      <p:sp>
        <p:nvSpPr>
          <p:cNvPr id="14" name="Title 4">
            <a:extLst>
              <a:ext uri="{FF2B5EF4-FFF2-40B4-BE49-F238E27FC236}">
                <a16:creationId xmlns:a16="http://schemas.microsoft.com/office/drawing/2014/main" id="{895ACA90-CA3D-5A89-7520-88FC5D98A1AA}"/>
              </a:ext>
            </a:extLst>
          </p:cNvPr>
          <p:cNvSpPr txBox="1"/>
          <p:nvPr/>
        </p:nvSpPr>
        <p:spPr>
          <a:xfrm>
            <a:off x="11726210" y="29815891"/>
            <a:ext cx="3419505" cy="24827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0639" tIns="40639" rIns="40639" bIns="40639">
            <a:spAutoFit/>
          </a:bodyPr>
          <a:lstStyle/>
          <a:p>
            <a:pPr defTabSz="3599077">
              <a:defRPr sz="3200" b="1">
                <a:solidFill>
                  <a:srgbClr val="2C365E"/>
                </a:solidFill>
                <a:latin typeface="SourceSansPro-SemiBold"/>
                <a:ea typeface="SourceSansPro-SemiBold"/>
                <a:cs typeface="SourceSansPro-SemiBold"/>
                <a:sym typeface="SourceSansPro-SemiBold"/>
              </a:defRPr>
            </a:pPr>
            <a:r>
              <a:rPr lang="en-US" sz="3600" dirty="0"/>
              <a:t>Richard Alba</a:t>
            </a:r>
          </a:p>
          <a:p>
            <a:pPr defTabSz="3599077">
              <a:defRPr sz="3200" b="1">
                <a:solidFill>
                  <a:srgbClr val="2C365E"/>
                </a:solidFill>
                <a:latin typeface="SourceSansPro-SemiBold"/>
                <a:ea typeface="SourceSansPro-SemiBold"/>
                <a:cs typeface="SourceSansPro-SemiBold"/>
                <a:sym typeface="SourceSansPro-SemiBold"/>
              </a:defRPr>
            </a:pPr>
            <a:r>
              <a:rPr lang="en-US" sz="3600" dirty="0"/>
              <a:t>(1942-2025)</a:t>
            </a:r>
          </a:p>
          <a:p>
            <a:pPr defTabSz="3599077">
              <a:defRPr sz="3200" b="1">
                <a:solidFill>
                  <a:srgbClr val="2C365E"/>
                </a:solidFill>
                <a:latin typeface="SourceSansPro-SemiBold"/>
                <a:ea typeface="SourceSansPro-SemiBold"/>
                <a:cs typeface="SourceSansPro-SemiBold"/>
                <a:sym typeface="SourceSansPro-SemiBold"/>
              </a:defRPr>
            </a:pPr>
            <a:r>
              <a:rPr lang="en-US" sz="2800" dirty="0"/>
              <a:t>Sociologist,</a:t>
            </a:r>
          </a:p>
          <a:p>
            <a:pPr defTabSz="3599077">
              <a:defRPr sz="3200" b="1">
                <a:solidFill>
                  <a:srgbClr val="2C365E"/>
                </a:solidFill>
                <a:latin typeface="SourceSansPro-SemiBold"/>
                <a:ea typeface="SourceSansPro-SemiBold"/>
                <a:cs typeface="SourceSansPro-SemiBold"/>
                <a:sym typeface="SourceSansPro-SemiBold"/>
              </a:defRPr>
            </a:pPr>
            <a:r>
              <a:rPr lang="en-US" sz="2800" dirty="0"/>
              <a:t>Majority-Minority projection skeptic</a:t>
            </a: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C33E143B-7C65-C004-DD09-4B196A6C5DA9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6805328" y="3690743"/>
            <a:ext cx="17340920" cy="9242424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8B5FA146-D81F-7AD2-E529-9E558779FF08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6806462" y="16361127"/>
            <a:ext cx="12872628" cy="6863674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AB87BD09-895E-6281-7A9C-9891A0CEB5A4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6906048" y="25407770"/>
            <a:ext cx="12654945" cy="6747606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EBA89C5D-6D3A-18B1-B517-E4AECE62FAEE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0289521" y="16008896"/>
            <a:ext cx="12745891" cy="16106056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BD1BFC57-1CB2-7721-AA50-6C9A83FA7C38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4682668" y="8791754"/>
            <a:ext cx="8443486" cy="4498992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62EA4FDF-2C4F-9F4A-449F-8ADA3CA8CBCC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4682667" y="2477547"/>
            <a:ext cx="8313820" cy="442990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111FB84-FD5A-11D4-4BA3-E744EA4F3741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9259" y="25021283"/>
            <a:ext cx="4907981" cy="4907981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446</TotalTime>
  <Words>476</Words>
  <Application>Microsoft Macintosh PowerPoint</Application>
  <PresentationFormat>Custom</PresentationFormat>
  <Paragraphs>60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Calibri Light</vt:lpstr>
      <vt:lpstr>Source Sans Pro</vt:lpstr>
      <vt:lpstr>Source Sans Pro Black</vt:lpstr>
      <vt:lpstr>SourceSansPro-SemiBold</vt:lpstr>
      <vt:lpstr>Office Theme</vt:lpstr>
      <vt:lpstr>The Dynamics of Population Mixing: A Simulation Approach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Aaron Gullickson</cp:lastModifiedBy>
  <cp:revision>43</cp:revision>
  <dcterms:modified xsi:type="dcterms:W3CDTF">2026-04-26T15:22:35Z</dcterms:modified>
</cp:coreProperties>
</file>